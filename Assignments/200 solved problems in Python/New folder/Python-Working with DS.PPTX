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8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9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0.xml" ContentType="application/vnd.openxmlformats-officedocument.theme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>
  <p:sldMasterIdLst>
    <p:sldMasterId id="2147484241" r:id="rId4"/>
    <p:sldMasterId id="2147484162" r:id="rId5"/>
    <p:sldMasterId id="2147484256" r:id="rId6"/>
    <p:sldMasterId id="2147484265" r:id="rId7"/>
    <p:sldMasterId id="2147484273" r:id="rId8"/>
    <p:sldMasterId id="2147484281" r:id="rId9"/>
    <p:sldMasterId id="2147484289" r:id="rId10"/>
    <p:sldMasterId id="2147484297" r:id="rId11"/>
    <p:sldMasterId id="2147484313" r:id="rId12"/>
    <p:sldMasterId id="2147484321" r:id="rId13"/>
    <p:sldMasterId id="2147484429" r:id="rId14"/>
  </p:sldMasterIdLst>
  <p:notesMasterIdLst>
    <p:notesMasterId r:id="rId27"/>
  </p:notesMasterIdLst>
  <p:handoutMasterIdLst>
    <p:handoutMasterId r:id="rId28"/>
  </p:handoutMasterIdLst>
  <p:sldIdLst>
    <p:sldId id="256" r:id="rId15"/>
    <p:sldId id="294" r:id="rId16"/>
    <p:sldId id="335" r:id="rId17"/>
    <p:sldId id="326" r:id="rId18"/>
    <p:sldId id="332" r:id="rId19"/>
    <p:sldId id="333" r:id="rId20"/>
    <p:sldId id="334" r:id="rId21"/>
    <p:sldId id="336" r:id="rId22"/>
    <p:sldId id="337" r:id="rId23"/>
    <p:sldId id="338" r:id="rId24"/>
    <p:sldId id="339" r:id="rId25"/>
    <p:sldId id="307" r:id="rId26"/>
  </p:sldIdLst>
  <p:sldSz cx="9144000" cy="6858000" type="screen4x3"/>
  <p:notesSz cx="7010400" cy="9296400"/>
  <p:embeddedFontLst>
    <p:embeddedFont>
      <p:font typeface="Microsoft Tai Le" panose="020B0502040204020203" pitchFamily="34" charset="0"/>
      <p:regular r:id="rId29"/>
      <p:bold r:id="rId30"/>
    </p:embeddedFont>
    <p:embeddedFont>
      <p:font typeface="Arial Black" panose="020B0A04020102020204" pitchFamily="34" charset="0"/>
      <p:bold r:id="rId31"/>
    </p:embeddedFont>
    <p:embeddedFont>
      <p:font typeface="Museo For Dell 300" panose="02000000000000000000" charset="0"/>
      <p:regular r:id="rId32"/>
    </p:embeddedFont>
    <p:embeddedFont>
      <p:font typeface="Museo For Dell" panose="020B0604020202020204" charset="0"/>
      <p:regular r:id="rId33"/>
      <p:bold r:id="rId34"/>
    </p:embeddedFont>
    <p:embeddedFont>
      <p:font typeface="Trebuchet MS" panose="020B0603020202020204" pitchFamily="34" charset="0"/>
      <p:regular r:id="rId35"/>
      <p:bold r:id="rId36"/>
      <p:italic r:id="rId37"/>
      <p:boldItalic r:id="rId38"/>
    </p:embeddedFont>
    <p:embeddedFont>
      <p:font typeface="Museo Sans For Dell" panose="020B0604020202020204" charset="0"/>
      <p:regular r:id="rId39"/>
      <p:bold r:id="rId40"/>
    </p:embeddedFont>
    <p:embeddedFont>
      <p:font typeface="Museo Sans For Dell" panose="020B0604020202020204" charset="0"/>
      <p:regular r:id="rId39"/>
      <p:bold r:id="rId40"/>
    </p:embeddedFont>
  </p:embeddedFontLst>
  <p:custDataLst>
    <p:tags r:id="rId4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1">
          <p15:clr>
            <a:srgbClr val="A4A3A4"/>
          </p15:clr>
        </p15:guide>
        <p15:guide id="2" pos="5577">
          <p15:clr>
            <a:srgbClr val="A4A3A4"/>
          </p15:clr>
        </p15:guide>
        <p15:guide id="3" pos="22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7C"/>
    <a:srgbClr val="0085C3"/>
    <a:srgbClr val="F05B40"/>
    <a:srgbClr val="AAAAAA"/>
    <a:srgbClr val="74CAC7"/>
    <a:srgbClr val="C82B67"/>
    <a:srgbClr val="6E2585"/>
    <a:srgbClr val="EEEEEE"/>
    <a:srgbClr val="BAD80A"/>
    <a:srgbClr val="F797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9276" autoAdjust="0"/>
  </p:normalViewPr>
  <p:slideViewPr>
    <p:cSldViewPr snapToGrid="0">
      <p:cViewPr varScale="1">
        <p:scale>
          <a:sx n="68" d="100"/>
          <a:sy n="68" d="100"/>
        </p:scale>
        <p:origin x="1204" y="56"/>
      </p:cViewPr>
      <p:guideLst>
        <p:guide orient="horz" pos="4111"/>
        <p:guide pos="5577"/>
        <p:guide pos="2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9426"/>
    </p:cViewPr>
  </p:sorterViewPr>
  <p:notesViewPr>
    <p:cSldViewPr snapToGrid="0">
      <p:cViewPr varScale="1">
        <p:scale>
          <a:sx n="84" d="100"/>
          <a:sy n="84" d="100"/>
        </p:scale>
        <p:origin x="-3756" y="-84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font" Target="fonts/font11.fntdata"/><Relationship Id="rId21" Type="http://schemas.openxmlformats.org/officeDocument/2006/relationships/slide" Target="slides/slide7.xml"/><Relationship Id="rId34" Type="http://schemas.openxmlformats.org/officeDocument/2006/relationships/font" Target="fonts/font6.fntdata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9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0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5.xml"/><Relationship Id="rId31" Type="http://schemas.openxmlformats.org/officeDocument/2006/relationships/font" Target="fonts/font3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0" Type="http://schemas.openxmlformats.org/officeDocument/2006/relationships/slide" Target="slides/slide6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510918" y="9048205"/>
            <a:ext cx="491516" cy="248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25" tIns="45464" rIns="90925" bIns="45464" numCol="1" anchor="b" anchorCtr="0" compatLnSpc="1">
            <a:prstTxWarp prst="textNoShape">
              <a:avLst/>
            </a:prstTxWarp>
          </a:bodyPr>
          <a:lstStyle>
            <a:lvl1pPr algn="r" defTabSz="909185" eaLnBrk="0" hangingPunct="0">
              <a:lnSpc>
                <a:spcPct val="100000"/>
              </a:lnSpc>
              <a:spcBef>
                <a:spcPct val="0"/>
              </a:spcBef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AC8DF440-AC1E-4EB3-BCAA-2AAB8924A793}" type="slidenum">
              <a:rPr lang="en-US" sz="1000">
                <a:latin typeface="Museo Sans For Dell" pitchFamily="2" charset="0"/>
              </a:rPr>
              <a:pPr>
                <a:defRPr/>
              </a:pPr>
              <a:t>‹#›</a:t>
            </a:fld>
            <a:endParaRPr lang="en-US" sz="1000" dirty="0">
              <a:latin typeface="Museo Sans For Dell" pitchFamily="2" charset="0"/>
            </a:endParaRPr>
          </a:p>
        </p:txBody>
      </p:sp>
      <p:sp>
        <p:nvSpPr>
          <p:cNvPr id="2" name="fl" descr="                              Dell - Internal Use - Confidential&#10;"/>
          <p:cNvSpPr txBox="1"/>
          <p:nvPr/>
        </p:nvSpPr>
        <p:spPr>
          <a:xfrm>
            <a:off x="0" y="8973820"/>
            <a:ext cx="7010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50" b="1">
                <a:solidFill>
                  <a:srgbClr val="7F7F7F"/>
                </a:solidFill>
                <a:latin typeface="museo sans for dell" panose="02000000000000000000" pitchFamily="2" charset="0"/>
              </a:rPr>
              <a:t>                              Dell - Internal Use - Confidential</a:t>
            </a:r>
          </a:p>
          <a:p>
            <a:endParaRPr lang="en-US" sz="850" b="1" dirty="0">
              <a:solidFill>
                <a:srgbClr val="7F7F7F"/>
              </a:solidFill>
              <a:latin typeface="museo sans for dell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683488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384175"/>
            <a:ext cx="5241925" cy="39322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5084" y="4514514"/>
            <a:ext cx="5677504" cy="4263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25" tIns="45464" rIns="90925" bIns="4546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332759" y="9086840"/>
            <a:ext cx="669675" cy="213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25" tIns="45464" rIns="90925" bIns="45464" numCol="1" anchor="b" anchorCtr="0" compatLnSpc="1">
            <a:prstTxWarp prst="textNoShape">
              <a:avLst/>
            </a:prstTxWarp>
          </a:bodyPr>
          <a:lstStyle>
            <a:lvl1pPr algn="r" defTabSz="909185" eaLnBrk="0" hangingPunct="0">
              <a:lnSpc>
                <a:spcPct val="100000"/>
              </a:lnSpc>
              <a:spcBef>
                <a:spcPct val="0"/>
              </a:spcBef>
              <a:defRPr sz="1000" b="0">
                <a:latin typeface="Museo Sans For Dell" pitchFamily="2" charset="0"/>
              </a:defRPr>
            </a:lvl1pPr>
          </a:lstStyle>
          <a:p>
            <a:pPr>
              <a:defRPr/>
            </a:pPr>
            <a:fld id="{FA04BB6B-BEDE-48E4-970F-8DFC0D4B5AE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fl" descr="                              Dell - Internal Use - Confidential&#10;"/>
          <p:cNvSpPr txBox="1"/>
          <p:nvPr/>
        </p:nvSpPr>
        <p:spPr>
          <a:xfrm>
            <a:off x="0" y="8973820"/>
            <a:ext cx="7010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1" i="0" u="none" baseline="0">
                <a:solidFill>
                  <a:srgbClr val="7F7F7F"/>
                </a:solidFill>
                <a:latin typeface="museo sans for dell" panose="02000000000000000000" pitchFamily="2" charset="0"/>
              </a:rPr>
              <a:t>                              Dell - Internal Use - Confidential</a:t>
            </a:r>
          </a:p>
          <a:p>
            <a:pPr algn="l"/>
            <a:endParaRPr lang="en-US" sz="850" b="1" i="0" u="none" baseline="0" dirty="0">
              <a:solidFill>
                <a:srgbClr val="7F7F7F"/>
              </a:solidFill>
              <a:latin typeface="museo sans for dell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16887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useo Sans For Dell" pitchFamily="2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useo Sans For Dell" pitchFamily="2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useo Sans For Dell" pitchFamily="2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useo Sans For Dell" pitchFamily="2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useo Sans For Dell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7388"/>
            <a:ext cx="4692650" cy="3521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04BB6B-BEDE-48E4-970F-8DFC0D4B5AE7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677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3489158" y="2366211"/>
            <a:ext cx="5662863" cy="4491789"/>
          </a:xfrm>
          <a:custGeom>
            <a:avLst/>
            <a:gdLst>
              <a:gd name="connsiteX0" fmla="*/ 5654842 w 5662863"/>
              <a:gd name="connsiteY0" fmla="*/ 0 h 4491789"/>
              <a:gd name="connsiteX1" fmla="*/ 0 w 5662863"/>
              <a:gd name="connsiteY1" fmla="*/ 4491789 h 4491789"/>
              <a:gd name="connsiteX2" fmla="*/ 5662863 w 5662863"/>
              <a:gd name="connsiteY2" fmla="*/ 4491789 h 4491789"/>
              <a:gd name="connsiteX3" fmla="*/ 5654842 w 5662863"/>
              <a:gd name="connsiteY3" fmla="*/ 0 h 4491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2863" h="4491789">
                <a:moveTo>
                  <a:pt x="5654842" y="0"/>
                </a:moveTo>
                <a:lnTo>
                  <a:pt x="0" y="4491789"/>
                </a:lnTo>
                <a:lnTo>
                  <a:pt x="5662863" y="4491789"/>
                </a:lnTo>
                <a:cubicBezTo>
                  <a:pt x="5660189" y="2994526"/>
                  <a:pt x="5657516" y="1497263"/>
                  <a:pt x="5654842" y="0"/>
                </a:cubicBezTo>
                <a:close/>
              </a:path>
            </a:pathLst>
          </a:custGeom>
          <a:solidFill>
            <a:srgbClr val="0085C3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364632" y="365761"/>
            <a:ext cx="5200791" cy="1711395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bg1"/>
                </a:solidFill>
                <a:latin typeface="Museo Sans For Dell" panose="02000000000000000000" pitchFamily="2" charset="0"/>
                <a:ea typeface="Museo Sans For Dell" panose="02000000000000000000" pitchFamily="2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/>
          </p:nvPr>
        </p:nvSpPr>
        <p:spPr>
          <a:xfrm>
            <a:off x="364632" y="2517418"/>
            <a:ext cx="5200791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0" i="0" smtClean="0">
                <a:solidFill>
                  <a:schemeClr val="bg2">
                    <a:lumMod val="65000"/>
                    <a:lumOff val="35000"/>
                  </a:schemeClr>
                </a:solidFill>
                <a:latin typeface="Museo Sans For Dell" pitchFamily="2" charset="0"/>
                <a:ea typeface="Museo Sans For Dell" pitchFamily="2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7826490" y="5499951"/>
            <a:ext cx="1023494" cy="10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0887216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78062111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1" y="1463040"/>
            <a:ext cx="79552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3"/>
            <a:ext cx="7955280" cy="853440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edit content page title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6403" y="2072640"/>
            <a:ext cx="79552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4111004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4794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24378676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margi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58565" y="365759"/>
            <a:ext cx="4285279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56103" y="1706880"/>
            <a:ext cx="428386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24754075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margin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5760"/>
            <a:ext cx="5810391" cy="4431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42976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092200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3993007370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margin with subhead and two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65761"/>
            <a:ext cx="4297680" cy="8863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</a:t>
            </a:r>
            <a:br>
              <a:rPr lang="en-US" dirty="0"/>
            </a:br>
            <a:r>
              <a:rPr lang="en-US" dirty="0"/>
              <a:t>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2072640"/>
            <a:ext cx="42976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484464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78229640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8639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1775402808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552137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ell Blue background">
    <p:bg>
      <p:bgPr>
        <a:solidFill>
          <a:srgbClr val="008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 userDrawn="1"/>
        </p:nvSpPr>
        <p:spPr>
          <a:xfrm>
            <a:off x="3489158" y="2366211"/>
            <a:ext cx="5662863" cy="4491789"/>
          </a:xfrm>
          <a:custGeom>
            <a:avLst/>
            <a:gdLst>
              <a:gd name="connsiteX0" fmla="*/ 5654842 w 5662863"/>
              <a:gd name="connsiteY0" fmla="*/ 0 h 4491789"/>
              <a:gd name="connsiteX1" fmla="*/ 0 w 5662863"/>
              <a:gd name="connsiteY1" fmla="*/ 4491789 h 4491789"/>
              <a:gd name="connsiteX2" fmla="*/ 5662863 w 5662863"/>
              <a:gd name="connsiteY2" fmla="*/ 4491789 h 4491789"/>
              <a:gd name="connsiteX3" fmla="*/ 5654842 w 5662863"/>
              <a:gd name="connsiteY3" fmla="*/ 0 h 4491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2863" h="4491789">
                <a:moveTo>
                  <a:pt x="5654842" y="0"/>
                </a:moveTo>
                <a:lnTo>
                  <a:pt x="0" y="4491789"/>
                </a:lnTo>
                <a:lnTo>
                  <a:pt x="5662863" y="4491789"/>
                </a:lnTo>
                <a:cubicBezTo>
                  <a:pt x="5660189" y="2994526"/>
                  <a:pt x="5657516" y="1497263"/>
                  <a:pt x="5654842" y="0"/>
                </a:cubicBezTo>
                <a:close/>
              </a:path>
            </a:pathLst>
          </a:custGeom>
          <a:solidFill>
            <a:srgbClr val="00447C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1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353343" y="367681"/>
            <a:ext cx="5200791" cy="2036852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tx2"/>
                </a:solidFill>
                <a:latin typeface="Museo Sans For Dell" panose="02000000000000000000" pitchFamily="2" charset="0"/>
                <a:ea typeface="Museo Sans For Dell" panose="02000000000000000000" pitchFamily="2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subTitle" idx="1"/>
          </p:nvPr>
        </p:nvSpPr>
        <p:spPr>
          <a:xfrm>
            <a:off x="353343" y="2517418"/>
            <a:ext cx="5200791" cy="276999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0" i="0" smtClean="0">
                <a:solidFill>
                  <a:schemeClr val="tx2"/>
                </a:solidFill>
                <a:latin typeface="Museo Sans For Dell" pitchFamily="2" charset="0"/>
                <a:ea typeface="Museo Sans For Dell" pitchFamily="2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7818870" y="5491886"/>
            <a:ext cx="1023494" cy="10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48856767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ell Blue backgroun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70595"/>
            <a:ext cx="7955280" cy="332399"/>
          </a:xfrm>
        </p:spPr>
        <p:txBody>
          <a:bodyPr/>
          <a:lstStyle/>
          <a:p>
            <a:r>
              <a:rPr lang="en-US" dirty="0"/>
              <a:t>Click to edit content page title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idx="1"/>
          </p:nvPr>
        </p:nvSpPr>
        <p:spPr bwMode="auto">
          <a:xfrm>
            <a:off x="357878" y="1706880"/>
            <a:ext cx="795528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11580"/>
      </p:ext>
    </p:extLst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ell Blue background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70595"/>
            <a:ext cx="7955280" cy="853440"/>
          </a:xfrm>
        </p:spPr>
        <p:txBody>
          <a:bodyPr>
            <a:normAutofit/>
          </a:bodyPr>
          <a:lstStyle/>
          <a:p>
            <a:r>
              <a:rPr lang="en-US" dirty="0"/>
              <a:t>Click to edit content page title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idx="1"/>
          </p:nvPr>
        </p:nvSpPr>
        <p:spPr bwMode="auto">
          <a:xfrm>
            <a:off x="364632" y="2072640"/>
            <a:ext cx="7955280" cy="402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463040"/>
            <a:ext cx="79552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034373582"/>
      </p:ext>
    </p:extLst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 Dell Blue backgroun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 marL="228600" marR="0" indent="-2286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Tx/>
              <a:buFont typeface="Arial" pitchFamily="34" charset="0"/>
              <a:buChar char="•"/>
              <a:tabLst/>
              <a:defRPr sz="2000" b="0">
                <a:solidFill>
                  <a:schemeClr val="tx2"/>
                </a:solidFill>
                <a:latin typeface="Museo Sans For Dell" pitchFamily="2" charset="0"/>
              </a:defRPr>
            </a:lvl1pPr>
            <a:lvl2pPr marL="574675" marR="0" indent="-2238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Museo Sans For Dell" pitchFamily="2" charset="0"/>
              <a:buChar char="–"/>
              <a:tabLst/>
              <a:defRPr sz="1800" b="0">
                <a:solidFill>
                  <a:schemeClr val="tx2"/>
                </a:solidFill>
                <a:latin typeface="Museo Sans For Dell" pitchFamily="2" charset="0"/>
              </a:defRPr>
            </a:lvl2pPr>
            <a:lvl3pPr marL="909638" marR="0" indent="-2206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Museo Sans For Dell" pitchFamily="2" charset="0"/>
              <a:buChar char="–"/>
              <a:tabLst/>
              <a:defRPr sz="1600" b="0">
                <a:solidFill>
                  <a:schemeClr val="tx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seo Sans For Dell" pitchFamily="2" charset="0"/>
              </a:rPr>
              <a:t>Click to edit title</a:t>
            </a:r>
          </a:p>
          <a:p>
            <a:pPr marL="574675" marR="0" lvl="1" indent="-223838" algn="l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Museo Sans For Dell" pitchFamily="2" charset="0"/>
              <a:buChar char="–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seo Sans For Dell" pitchFamily="2" charset="0"/>
              </a:rPr>
              <a:t>Second level</a:t>
            </a:r>
          </a:p>
          <a:p>
            <a:pPr marL="909638" marR="0" lvl="2" indent="-220663" algn="l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Museo Sans For Dell" pitchFamily="2" charset="0"/>
              <a:buChar char="–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seo Sans For Dell" pitchFamily="2" charset="0"/>
              </a:rPr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4794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 marL="228600" marR="0" indent="-2286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Tx/>
              <a:buFont typeface="Arial" pitchFamily="34" charset="0"/>
              <a:buChar char="•"/>
              <a:tabLst/>
              <a:defRPr sz="2000" b="0">
                <a:solidFill>
                  <a:schemeClr val="tx2"/>
                </a:solidFill>
                <a:latin typeface="Museo Sans For Dell" pitchFamily="2" charset="0"/>
              </a:defRPr>
            </a:lvl1pPr>
            <a:lvl2pPr marL="574675" marR="0" indent="-22383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Museo Sans For Dell" pitchFamily="2" charset="0"/>
              <a:buChar char="–"/>
              <a:tabLst/>
              <a:defRPr sz="1800" b="0">
                <a:solidFill>
                  <a:schemeClr val="tx2"/>
                </a:solidFill>
                <a:latin typeface="Museo Sans For Dell" pitchFamily="2" charset="0"/>
              </a:defRPr>
            </a:lvl2pPr>
            <a:lvl3pPr marL="909638" marR="0" indent="-220663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Museo Sans For Dell" pitchFamily="2" charset="0"/>
              <a:buChar char="–"/>
              <a:tabLst/>
              <a:defRPr sz="1600" b="0">
                <a:solidFill>
                  <a:schemeClr val="tx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seo Sans For Dell" pitchFamily="2" charset="0"/>
              </a:rPr>
              <a:t>Click to edit title</a:t>
            </a:r>
          </a:p>
          <a:p>
            <a:pPr marL="574675" marR="0" lvl="1" indent="-223838" algn="l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Museo Sans For Dell" pitchFamily="2" charset="0"/>
              <a:buChar char="–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seo Sans For Dell" pitchFamily="2" charset="0"/>
              </a:rPr>
              <a:t>Second level</a:t>
            </a:r>
          </a:p>
          <a:p>
            <a:pPr marL="909638" marR="0" lvl="2" indent="-220663" algn="l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Tx/>
              <a:buFont typeface="Museo Sans For Dell" pitchFamily="2" charset="0"/>
              <a:buChar char="–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seo Sans For Dell" pitchFamily="2" charset="0"/>
              </a:rPr>
              <a:t>Third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70595"/>
            <a:ext cx="7955280" cy="853440"/>
          </a:xfrm>
        </p:spPr>
        <p:txBody>
          <a:bodyPr>
            <a:normAutofit/>
          </a:bodyPr>
          <a:lstStyle/>
          <a:p>
            <a:r>
              <a:rPr lang="en-US" dirty="0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2847001837"/>
      </p:ext>
    </p:extLst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ell Blue backgrou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70595"/>
            <a:ext cx="7955280" cy="853440"/>
          </a:xfrm>
        </p:spPr>
        <p:txBody>
          <a:bodyPr>
            <a:normAutofit/>
          </a:bodyPr>
          <a:lstStyle/>
          <a:p>
            <a:r>
              <a:rPr lang="en-US" dirty="0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1716318195"/>
      </p:ext>
    </p:extLst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ell Blue backgroun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504267"/>
      </p:ext>
    </p:extLst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ll Blu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</p:spTree>
    <p:extLst>
      <p:ext uri="{BB962C8B-B14F-4D97-AF65-F5344CB8AC3E}">
        <p14:creationId xmlns:p14="http://schemas.microsoft.com/office/powerpoint/2010/main" val="4055386972"/>
      </p:ext>
    </p:extLst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3489158" y="2366211"/>
            <a:ext cx="5662863" cy="4491789"/>
          </a:xfrm>
          <a:custGeom>
            <a:avLst/>
            <a:gdLst>
              <a:gd name="connsiteX0" fmla="*/ 5654842 w 5662863"/>
              <a:gd name="connsiteY0" fmla="*/ 0 h 4491789"/>
              <a:gd name="connsiteX1" fmla="*/ 0 w 5662863"/>
              <a:gd name="connsiteY1" fmla="*/ 4491789 h 4491789"/>
              <a:gd name="connsiteX2" fmla="*/ 5662863 w 5662863"/>
              <a:gd name="connsiteY2" fmla="*/ 4491789 h 4491789"/>
              <a:gd name="connsiteX3" fmla="*/ 5654842 w 5662863"/>
              <a:gd name="connsiteY3" fmla="*/ 0 h 4491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2863" h="4491789">
                <a:moveTo>
                  <a:pt x="5654842" y="0"/>
                </a:moveTo>
                <a:lnTo>
                  <a:pt x="0" y="4491789"/>
                </a:lnTo>
                <a:lnTo>
                  <a:pt x="5662863" y="4491789"/>
                </a:lnTo>
                <a:cubicBezTo>
                  <a:pt x="5660189" y="2994526"/>
                  <a:pt x="5657516" y="1497263"/>
                  <a:pt x="5654842" y="0"/>
                </a:cubicBezTo>
                <a:close/>
              </a:path>
            </a:pathLst>
          </a:custGeom>
          <a:solidFill>
            <a:srgbClr val="0085C3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364632" y="365761"/>
            <a:ext cx="5200791" cy="1711395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bg1"/>
                </a:solidFill>
                <a:latin typeface="Museo Sans For Dell" panose="02000000000000000000" pitchFamily="2" charset="0"/>
                <a:ea typeface="Museo Sans For Dell" panose="02000000000000000000" pitchFamily="2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/>
          </p:nvPr>
        </p:nvSpPr>
        <p:spPr>
          <a:xfrm>
            <a:off x="364632" y="2517418"/>
            <a:ext cx="5200791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0" i="0" smtClean="0">
                <a:solidFill>
                  <a:schemeClr val="bg2">
                    <a:lumMod val="65000"/>
                    <a:lumOff val="35000"/>
                  </a:schemeClr>
                </a:solidFill>
                <a:latin typeface="Museo Sans For Dell" pitchFamily="2" charset="0"/>
                <a:ea typeface="Museo Sans For Dell" pitchFamily="2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7826490" y="5499951"/>
            <a:ext cx="1023494" cy="10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0887216"/>
      </p:ext>
    </p:extLst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Dell Blu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86314934"/>
      </p:ext>
    </p:extLst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78062111"/>
      </p:ext>
    </p:extLst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ell Blue divider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" descr="                        Dell - Restricted - Confidential"/>
          <p:cNvSpPr txBox="1"/>
          <p:nvPr userDrawn="1"/>
        </p:nvSpPr>
        <p:spPr>
          <a:xfrm>
            <a:off x="0" y="6617886"/>
            <a:ext cx="9144000" cy="210058"/>
          </a:xfrm>
          <a:prstGeom prst="rect">
            <a:avLst/>
          </a:prstGeom>
          <a:solidFill>
            <a:schemeClr val="bg1"/>
          </a:solidFill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 dirty="0">
                <a:solidFill>
                  <a:srgbClr val="7F7F7F"/>
                </a:solidFill>
                <a:latin typeface="museo sans for dell"/>
              </a:rPr>
              <a:t>                        Dell - Restricted - Confidential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474442" y="6303863"/>
            <a:ext cx="374043" cy="374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10296719"/>
      </p:ext>
    </p:extLst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ll Blue divider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" descr="                        Dell - Restricted - Confidential"/>
          <p:cNvSpPr txBox="1"/>
          <p:nvPr userDrawn="1"/>
        </p:nvSpPr>
        <p:spPr>
          <a:xfrm>
            <a:off x="0" y="6617886"/>
            <a:ext cx="9144000" cy="210058"/>
          </a:xfrm>
          <a:prstGeom prst="rect">
            <a:avLst/>
          </a:prstGeom>
          <a:solidFill>
            <a:schemeClr val="bg1"/>
          </a:solidFill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 dirty="0">
                <a:solidFill>
                  <a:srgbClr val="7F7F7F"/>
                </a:solidFill>
                <a:latin typeface="museo sans for dell"/>
              </a:rPr>
              <a:t>                        Dell - Restricted - Confidential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474442" y="6303863"/>
            <a:ext cx="374043" cy="374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10296719"/>
      </p:ext>
    </p:extLst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Blu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86314934"/>
      </p:ext>
    </p:extLst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Blue footer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1" y="1463040"/>
            <a:ext cx="79552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3"/>
            <a:ext cx="7955280" cy="853440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edit content page title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6403" y="2072640"/>
            <a:ext cx="79552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82375755"/>
      </p:ext>
    </p:extLst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Blue footer 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4794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19170122"/>
      </p:ext>
    </p:extLst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Blue footer left margi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67094" y="365759"/>
            <a:ext cx="4938685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428386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0437661"/>
      </p:ext>
    </p:extLst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Blue footer left margin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5760"/>
            <a:ext cx="5076613" cy="4431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42976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092200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589096633"/>
      </p:ext>
    </p:extLst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Blue footer left margin with subhead and two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65761"/>
            <a:ext cx="4297680" cy="8863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</a:t>
            </a:r>
            <a:br>
              <a:rPr lang="en-US" dirty="0"/>
            </a:br>
            <a:r>
              <a:rPr lang="en-US" dirty="0"/>
              <a:t>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2072640"/>
            <a:ext cx="42976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484464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976090022"/>
      </p:ext>
    </p:extLst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Blue foo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8639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3454139426"/>
      </p:ext>
    </p:extLst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with Dell Blue footer 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rgbClr val="0085C3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2889993"/>
      </p:ext>
    </p:extLst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3489158" y="2366211"/>
            <a:ext cx="5662863" cy="4491789"/>
          </a:xfrm>
          <a:custGeom>
            <a:avLst/>
            <a:gdLst>
              <a:gd name="connsiteX0" fmla="*/ 5654842 w 5662863"/>
              <a:gd name="connsiteY0" fmla="*/ 0 h 4491789"/>
              <a:gd name="connsiteX1" fmla="*/ 0 w 5662863"/>
              <a:gd name="connsiteY1" fmla="*/ 4491789 h 4491789"/>
              <a:gd name="connsiteX2" fmla="*/ 5662863 w 5662863"/>
              <a:gd name="connsiteY2" fmla="*/ 4491789 h 4491789"/>
              <a:gd name="connsiteX3" fmla="*/ 5654842 w 5662863"/>
              <a:gd name="connsiteY3" fmla="*/ 0 h 4491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2863" h="4491789">
                <a:moveTo>
                  <a:pt x="5654842" y="0"/>
                </a:moveTo>
                <a:lnTo>
                  <a:pt x="0" y="4491789"/>
                </a:lnTo>
                <a:lnTo>
                  <a:pt x="5662863" y="4491789"/>
                </a:lnTo>
                <a:cubicBezTo>
                  <a:pt x="5660189" y="2994526"/>
                  <a:pt x="5657516" y="1497263"/>
                  <a:pt x="5654842" y="0"/>
                </a:cubicBezTo>
                <a:close/>
              </a:path>
            </a:pathLst>
          </a:custGeom>
          <a:solidFill>
            <a:srgbClr val="0085C3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364632" y="365761"/>
            <a:ext cx="5200791" cy="1711395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bg1"/>
                </a:solidFill>
                <a:latin typeface="Museo Sans For Dell" panose="02000000000000000000" pitchFamily="2" charset="0"/>
                <a:ea typeface="Museo Sans For Dell" panose="02000000000000000000" pitchFamily="2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/>
          </p:nvPr>
        </p:nvSpPr>
        <p:spPr>
          <a:xfrm>
            <a:off x="364632" y="2517418"/>
            <a:ext cx="5200791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0" i="0" smtClean="0">
                <a:solidFill>
                  <a:schemeClr val="bg2">
                    <a:lumMod val="65000"/>
                    <a:lumOff val="35000"/>
                  </a:schemeClr>
                </a:solidFill>
                <a:latin typeface="Museo Sans For Dell" pitchFamily="2" charset="0"/>
                <a:ea typeface="Museo Sans For Dell" pitchFamily="2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7826490" y="5499951"/>
            <a:ext cx="1023494" cy="10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0887216"/>
      </p:ext>
    </p:extLst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80160"/>
            <a:ext cx="8229600" cy="4754880"/>
          </a:xfrm>
        </p:spPr>
        <p:txBody>
          <a:bodyPr lIns="0" tIns="0" rIns="0" bIns="0"/>
          <a:lstStyle>
            <a:lvl1pPr>
              <a:spcBef>
                <a:spcPts val="100"/>
              </a:spcBef>
              <a:spcAft>
                <a:spcPts val="100"/>
              </a:spcAft>
              <a:defRPr sz="2000">
                <a:solidFill>
                  <a:schemeClr val="bg2"/>
                </a:solidFill>
                <a:latin typeface="Museo Sans For Dell" pitchFamily="2" charset="0"/>
              </a:defRPr>
            </a:lvl1pPr>
            <a:lvl2pPr>
              <a:spcBef>
                <a:spcPts val="100"/>
              </a:spcBef>
              <a:spcAft>
                <a:spcPts val="100"/>
              </a:spcAft>
              <a:buFont typeface="Museo Sans For Dell" pitchFamily="2" charset="0"/>
              <a:buChar char="–"/>
              <a:defRPr sz="18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spcBef>
                <a:spcPts val="100"/>
              </a:spcBef>
              <a:spcAft>
                <a:spcPts val="100"/>
              </a:spcAft>
              <a:defRPr sz="16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100"/>
              </a:spcBef>
              <a:spcAft>
                <a:spcPts val="100"/>
              </a:spcAft>
              <a:defRPr sz="1400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100"/>
              </a:spcBef>
              <a:spcAft>
                <a:spcPts val="100"/>
              </a:spcAft>
              <a:buClr>
                <a:schemeClr val="accent1"/>
              </a:buClr>
              <a:defRPr sz="120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6084502"/>
      </p:ext>
    </p:extLst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25904" y="261563"/>
            <a:ext cx="8239126" cy="853560"/>
          </a:xfrm>
        </p:spPr>
        <p:txBody>
          <a:bodyPr wrap="square" anchor="t"/>
          <a:lstStyle>
            <a:lvl1pPr>
              <a:lnSpc>
                <a:spcPct val="90000"/>
              </a:lnSpc>
              <a:defRPr sz="3200" b="0">
                <a:solidFill>
                  <a:schemeClr val="accent1"/>
                </a:solidFill>
                <a:latin typeface="Museo For Dell" pitchFamily="2" charset="0"/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593168"/>
      </p:ext>
    </p:extLst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half" idx="10"/>
          </p:nvPr>
        </p:nvSpPr>
        <p:spPr>
          <a:xfrm>
            <a:off x="4653246" y="1241425"/>
            <a:ext cx="4023360" cy="4890435"/>
          </a:xfrm>
        </p:spPr>
        <p:txBody>
          <a:bodyPr wrap="square" lIns="0" tIns="0" rIns="0" bIns="0">
            <a:normAutofit/>
          </a:bodyPr>
          <a:lstStyle>
            <a:lvl1pPr>
              <a:spcBef>
                <a:spcPts val="100"/>
              </a:spcBef>
              <a:defRPr sz="20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spcBef>
                <a:spcPts val="100"/>
              </a:spcBef>
              <a:defRPr sz="18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spcBef>
                <a:spcPts val="100"/>
              </a:spcBef>
              <a:defRPr sz="16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1"/>
          </p:nvPr>
        </p:nvSpPr>
        <p:spPr>
          <a:xfrm>
            <a:off x="439738" y="1241425"/>
            <a:ext cx="4023360" cy="4890435"/>
          </a:xfrm>
        </p:spPr>
        <p:txBody>
          <a:bodyPr wrap="square" lIns="0" tIns="0" rIns="0" bIns="0">
            <a:normAutofit/>
          </a:bodyPr>
          <a:lstStyle>
            <a:lvl1pPr>
              <a:spcBef>
                <a:spcPts val="100"/>
              </a:spcBef>
              <a:defRPr sz="20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spcBef>
                <a:spcPts val="100"/>
              </a:spcBef>
              <a:defRPr sz="18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spcBef>
                <a:spcPts val="100"/>
              </a:spcBef>
              <a:defRPr sz="16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4" name="Straight Connector 13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25904" y="261563"/>
            <a:ext cx="8239126" cy="853560"/>
          </a:xfrm>
        </p:spPr>
        <p:txBody>
          <a:bodyPr wrap="square" anchor="t"/>
          <a:lstStyle>
            <a:lvl1pPr>
              <a:lnSpc>
                <a:spcPct val="90000"/>
              </a:lnSpc>
              <a:defRPr sz="3200" b="0">
                <a:solidFill>
                  <a:schemeClr val="accent1"/>
                </a:solidFill>
                <a:latin typeface="Museo For Dell" pitchFamily="2" charset="0"/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978823"/>
      </p:ext>
    </p:extLst>
  </p:cSld>
  <p:clrMapOvr>
    <a:masterClrMapping/>
  </p:clrMapOvr>
  <p:transition spd="med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half" idx="10"/>
          </p:nvPr>
        </p:nvSpPr>
        <p:spPr>
          <a:xfrm>
            <a:off x="4653246" y="1237810"/>
            <a:ext cx="4023360" cy="2888167"/>
          </a:xfrm>
        </p:spPr>
        <p:txBody>
          <a:bodyPr wrap="square" lIns="0" tIns="0" rIns="0" bIns="0">
            <a:normAutofit/>
          </a:bodyPr>
          <a:lstStyle>
            <a:lvl1pPr>
              <a:spcBef>
                <a:spcPts val="100"/>
              </a:spcBef>
              <a:defRPr sz="20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spcBef>
                <a:spcPts val="100"/>
              </a:spcBef>
              <a:defRPr sz="18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spcBef>
                <a:spcPts val="100"/>
              </a:spcBef>
              <a:defRPr sz="16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1"/>
          </p:nvPr>
        </p:nvSpPr>
        <p:spPr>
          <a:xfrm>
            <a:off x="439738" y="1237810"/>
            <a:ext cx="4023360" cy="2888167"/>
          </a:xfrm>
        </p:spPr>
        <p:txBody>
          <a:bodyPr wrap="square" lIns="0" tIns="0" rIns="0" bIns="0">
            <a:normAutofit/>
          </a:bodyPr>
          <a:lstStyle>
            <a:lvl1pPr>
              <a:spcBef>
                <a:spcPts val="100"/>
              </a:spcBef>
              <a:defRPr sz="20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spcBef>
                <a:spcPts val="100"/>
              </a:spcBef>
              <a:defRPr sz="18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spcBef>
                <a:spcPts val="100"/>
              </a:spcBef>
              <a:defRPr sz="16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4" name="Straight Connector 13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434975" y="4270916"/>
            <a:ext cx="8262938" cy="1894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25904" y="261563"/>
            <a:ext cx="8239126" cy="853560"/>
          </a:xfrm>
        </p:spPr>
        <p:txBody>
          <a:bodyPr wrap="square" anchor="t"/>
          <a:lstStyle>
            <a:lvl1pPr>
              <a:lnSpc>
                <a:spcPct val="90000"/>
              </a:lnSpc>
              <a:defRPr sz="3200" b="0">
                <a:solidFill>
                  <a:schemeClr val="accent1"/>
                </a:solidFill>
                <a:latin typeface="Museo For Dell" pitchFamily="2" charset="0"/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357944"/>
      </p:ext>
    </p:extLst>
  </p:cSld>
  <p:clrMapOvr>
    <a:masterClrMapping/>
  </p:clrMapOvr>
  <p:transition spd="med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>
            <a:cxnSpLocks noChangeShapeType="1"/>
          </p:cNvCxnSpPr>
          <p:nvPr/>
        </p:nvCxn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  <p:sp>
        <p:nvSpPr>
          <p:cNvPr id="7" name="Title Placeholder 21"/>
          <p:cNvSpPr>
            <a:spLocks noGrp="1"/>
          </p:cNvSpPr>
          <p:nvPr>
            <p:ph type="ctrTitle"/>
          </p:nvPr>
        </p:nvSpPr>
        <p:spPr>
          <a:xfrm>
            <a:off x="447675" y="2892132"/>
            <a:ext cx="5962650" cy="1006685"/>
          </a:xfrm>
        </p:spPr>
        <p:txBody>
          <a:bodyPr anchor="ctr" anchorCtr="0"/>
          <a:lstStyle>
            <a:lvl1pPr algn="l">
              <a:lnSpc>
                <a:spcPts val="4000"/>
              </a:lnSpc>
              <a:defRPr sz="3600" b="0" i="0" smtClean="0">
                <a:solidFill>
                  <a:schemeClr val="accent1"/>
                </a:solidFill>
                <a:latin typeface="Museo For Dell" pitchFamily="2" charset="0"/>
                <a:ea typeface="Museo For Dell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47675" y="1781175"/>
            <a:ext cx="8248650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447675" y="5076825"/>
            <a:ext cx="8248650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8496"/>
      </p:ext>
    </p:extLst>
  </p:cSld>
  <p:clrMapOvr>
    <a:masterClrMapping/>
  </p:clrMapOvr>
  <p:transition spd="med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ll Gray divider slide">
    <p:bg>
      <p:bgPr>
        <a:solidFill>
          <a:srgbClr val="AAAA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301538" y="5974411"/>
            <a:ext cx="550664" cy="55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65548423"/>
      </p:ext>
    </p:extLst>
  </p:cSld>
  <p:clrMapOvr>
    <a:masterClrMapping/>
  </p:clrMapOvr>
  <p:transition spd="med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Gray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8257260"/>
      </p:ext>
    </p:extLst>
  </p:cSld>
  <p:clrMapOvr>
    <a:masterClrMapping/>
  </p:clrMapOvr>
  <p:transition spd="med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Gray footer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1" y="1463040"/>
            <a:ext cx="79552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3"/>
            <a:ext cx="7955280" cy="853440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edit content page title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6403" y="2072640"/>
            <a:ext cx="79552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42729305"/>
      </p:ext>
    </p:extLst>
  </p:cSld>
  <p:clrMapOvr>
    <a:masterClrMapping/>
  </p:clrMapOvr>
  <p:transition spd="med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Gray footer 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4794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94846606"/>
      </p:ext>
    </p:extLst>
  </p:cSld>
  <p:clrMapOvr>
    <a:masterClrMapping/>
  </p:clrMapOvr>
  <p:transition spd="med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Gray footer left margi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67094" y="365759"/>
            <a:ext cx="4285279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428386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4837059"/>
      </p:ext>
    </p:extLst>
  </p:cSld>
  <p:clrMapOvr>
    <a:masterClrMapping/>
  </p:clrMapOvr>
  <p:transition spd="med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Gray footer left margin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5760"/>
            <a:ext cx="6058747" cy="4431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42976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092200"/>
            <a:ext cx="4297680" cy="318456"/>
          </a:xfrm>
        </p:spPr>
        <p:txBody>
          <a:bodyPr/>
          <a:lstStyle>
            <a:lvl1pPr marL="0" indent="0">
              <a:buNone/>
              <a:defRPr b="1">
                <a:solidFill>
                  <a:srgbClr val="AAAAAA"/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076650276"/>
      </p:ext>
    </p:extLst>
  </p:cSld>
  <p:clrMapOvr>
    <a:masterClrMapping/>
  </p:clrMapOvr>
  <p:transition spd="med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Gray footer left margin with subhead and two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65761"/>
            <a:ext cx="4297680" cy="8863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</a:t>
            </a:r>
            <a:br>
              <a:rPr lang="en-US" dirty="0"/>
            </a:br>
            <a:r>
              <a:rPr lang="en-US" dirty="0"/>
              <a:t>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2072640"/>
            <a:ext cx="42976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484464"/>
            <a:ext cx="4297680" cy="318456"/>
          </a:xfrm>
        </p:spPr>
        <p:txBody>
          <a:bodyPr/>
          <a:lstStyle>
            <a:lvl1pPr marL="0" indent="0">
              <a:buNone/>
              <a:defRPr b="1">
                <a:solidFill>
                  <a:srgbClr val="AAAAAA"/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413799226"/>
      </p:ext>
    </p:extLst>
  </p:cSld>
  <p:clrMapOvr>
    <a:masterClrMapping/>
  </p:clrMapOvr>
  <p:transition spd="med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Gray foo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8639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3947609289"/>
      </p:ext>
    </p:extLst>
  </p:cSld>
  <p:clrMapOvr>
    <a:masterClrMapping/>
  </p:clrMapOvr>
  <p:transition spd="med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with Dell Gray footer ">
    <p:bg>
      <p:bgPr>
        <a:blipFill dpi="0" rotWithShape="1">
          <a:blip r:embed="rId2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rgbClr val="AAAAAA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6597896"/>
      </p:ext>
    </p:extLst>
  </p:cSld>
  <p:clrMapOvr>
    <a:masterClrMapping/>
  </p:clrMapOvr>
  <p:transition spd="med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3489158" y="2366211"/>
            <a:ext cx="5662863" cy="4491789"/>
          </a:xfrm>
          <a:custGeom>
            <a:avLst/>
            <a:gdLst>
              <a:gd name="connsiteX0" fmla="*/ 5654842 w 5662863"/>
              <a:gd name="connsiteY0" fmla="*/ 0 h 4491789"/>
              <a:gd name="connsiteX1" fmla="*/ 0 w 5662863"/>
              <a:gd name="connsiteY1" fmla="*/ 4491789 h 4491789"/>
              <a:gd name="connsiteX2" fmla="*/ 5662863 w 5662863"/>
              <a:gd name="connsiteY2" fmla="*/ 4491789 h 4491789"/>
              <a:gd name="connsiteX3" fmla="*/ 5654842 w 5662863"/>
              <a:gd name="connsiteY3" fmla="*/ 0 h 4491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2863" h="4491789">
                <a:moveTo>
                  <a:pt x="5654842" y="0"/>
                </a:moveTo>
                <a:lnTo>
                  <a:pt x="0" y="4491789"/>
                </a:lnTo>
                <a:lnTo>
                  <a:pt x="5662863" y="4491789"/>
                </a:lnTo>
                <a:cubicBezTo>
                  <a:pt x="5660189" y="2994526"/>
                  <a:pt x="5657516" y="1497263"/>
                  <a:pt x="5654842" y="0"/>
                </a:cubicBezTo>
                <a:close/>
              </a:path>
            </a:pathLst>
          </a:custGeom>
          <a:solidFill>
            <a:srgbClr val="0085C3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364632" y="365761"/>
            <a:ext cx="5200791" cy="1711395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bg1"/>
                </a:solidFill>
                <a:latin typeface="Museo Sans For Dell" panose="02000000000000000000" pitchFamily="2" charset="0"/>
                <a:ea typeface="Museo Sans For Dell" panose="02000000000000000000" pitchFamily="2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/>
          </p:nvPr>
        </p:nvSpPr>
        <p:spPr>
          <a:xfrm>
            <a:off x="364632" y="2517418"/>
            <a:ext cx="5200791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0" i="0" smtClean="0">
                <a:solidFill>
                  <a:schemeClr val="bg2">
                    <a:lumMod val="65000"/>
                    <a:lumOff val="35000"/>
                  </a:schemeClr>
                </a:solidFill>
                <a:latin typeface="Museo Sans For Dell" pitchFamily="2" charset="0"/>
                <a:ea typeface="Museo Sans For Dell" pitchFamily="2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7826490" y="5499951"/>
            <a:ext cx="1023494" cy="10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0887216"/>
      </p:ext>
    </p:extLst>
  </p:cSld>
  <p:clrMapOvr>
    <a:masterClrMapping/>
  </p:clrMapOvr>
  <p:transition spd="med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Dell Blu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86314934"/>
      </p:ext>
    </p:extLst>
  </p:cSld>
  <p:clrMapOvr>
    <a:masterClrMapping/>
  </p:clrMapOvr>
  <p:transition spd="med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78062111"/>
      </p:ext>
    </p:extLst>
  </p:cSld>
  <p:clrMapOvr>
    <a:masterClrMapping/>
  </p:clrMapOvr>
  <p:transition spd="med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ell Blue divider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" descr="                        Dell - Restricted - Confidential"/>
          <p:cNvSpPr txBox="1"/>
          <p:nvPr userDrawn="1"/>
        </p:nvSpPr>
        <p:spPr>
          <a:xfrm>
            <a:off x="0" y="6617886"/>
            <a:ext cx="9144000" cy="210058"/>
          </a:xfrm>
          <a:prstGeom prst="rect">
            <a:avLst/>
          </a:prstGeom>
          <a:solidFill>
            <a:schemeClr val="bg1"/>
          </a:solidFill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 dirty="0">
                <a:solidFill>
                  <a:srgbClr val="7F7F7F"/>
                </a:solidFill>
                <a:latin typeface="museo sans for dell"/>
              </a:rPr>
              <a:t>                        Dell - Restricted - Confidential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474442" y="6303863"/>
            <a:ext cx="374043" cy="374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10296719"/>
      </p:ext>
    </p:extLst>
  </p:cSld>
  <p:clrMapOvr>
    <a:masterClrMapping/>
  </p:clrMapOvr>
  <p:transition spd="med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ll Dark Blue divider slide">
    <p:bg>
      <p:bgPr>
        <a:solidFill>
          <a:srgbClr val="00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301346" y="5971495"/>
            <a:ext cx="550664" cy="55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94142162"/>
      </p:ext>
    </p:extLst>
  </p:cSld>
  <p:clrMapOvr>
    <a:masterClrMapping/>
  </p:clrMapOvr>
  <p:transition spd="med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Dark Blu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1504521"/>
      </p:ext>
    </p:extLst>
  </p:cSld>
  <p:clrMapOvr>
    <a:masterClrMapping/>
  </p:clrMapOvr>
  <p:transition spd="med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Dark Blue footer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1" y="1463040"/>
            <a:ext cx="79552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3"/>
            <a:ext cx="7955280" cy="853440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edit content page title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6403" y="2072640"/>
            <a:ext cx="79552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04785095"/>
      </p:ext>
    </p:extLst>
  </p:cSld>
  <p:clrMapOvr>
    <a:masterClrMapping/>
  </p:clrMapOvr>
  <p:transition spd="med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Dark Blue footer 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4794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63614928"/>
      </p:ext>
    </p:extLst>
  </p:cSld>
  <p:clrMapOvr>
    <a:masterClrMapping/>
  </p:clrMapOvr>
  <p:transition spd="med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Dark Blue footer left margi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67094" y="365759"/>
            <a:ext cx="4285279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428386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21837565"/>
      </p:ext>
    </p:extLst>
  </p:cSld>
  <p:clrMapOvr>
    <a:masterClrMapping/>
  </p:clrMapOvr>
  <p:transition spd="med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Dark Blue footer left margin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65760"/>
            <a:ext cx="5065324" cy="4431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42976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092200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385845198"/>
      </p:ext>
    </p:extLst>
  </p:cSld>
  <p:clrMapOvr>
    <a:masterClrMapping/>
  </p:clrMapOvr>
  <p:transition spd="med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Dark Blue footer left margin with subhead and two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65761"/>
            <a:ext cx="4297680" cy="8863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</a:t>
            </a:r>
            <a:br>
              <a:rPr lang="en-US" dirty="0"/>
            </a:br>
            <a:r>
              <a:rPr lang="en-US" dirty="0"/>
              <a:t>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2072640"/>
            <a:ext cx="42976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484464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996620796"/>
      </p:ext>
    </p:extLst>
  </p:cSld>
  <p:clrMapOvr>
    <a:masterClrMapping/>
  </p:clrMapOvr>
  <p:transition spd="med">
    <p:wipe dir="r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Dark Blue foo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8639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1343509151"/>
      </p:ext>
    </p:extLst>
  </p:cSld>
  <p:clrMapOvr>
    <a:masterClrMapping/>
  </p:clrMapOvr>
  <p:transition spd="med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with Dell Dark Blue footer 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rgbClr val="00447C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0534395"/>
      </p:ext>
    </p:extLst>
  </p:cSld>
  <p:clrMapOvr>
    <a:masterClrMapping/>
  </p:clrMapOvr>
  <p:transition spd="med">
    <p:wipe dir="r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3489158" y="2366211"/>
            <a:ext cx="5662863" cy="4491789"/>
          </a:xfrm>
          <a:custGeom>
            <a:avLst/>
            <a:gdLst>
              <a:gd name="connsiteX0" fmla="*/ 5654842 w 5662863"/>
              <a:gd name="connsiteY0" fmla="*/ 0 h 4491789"/>
              <a:gd name="connsiteX1" fmla="*/ 0 w 5662863"/>
              <a:gd name="connsiteY1" fmla="*/ 4491789 h 4491789"/>
              <a:gd name="connsiteX2" fmla="*/ 5662863 w 5662863"/>
              <a:gd name="connsiteY2" fmla="*/ 4491789 h 4491789"/>
              <a:gd name="connsiteX3" fmla="*/ 5654842 w 5662863"/>
              <a:gd name="connsiteY3" fmla="*/ 0 h 4491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2863" h="4491789">
                <a:moveTo>
                  <a:pt x="5654842" y="0"/>
                </a:moveTo>
                <a:lnTo>
                  <a:pt x="0" y="4491789"/>
                </a:lnTo>
                <a:lnTo>
                  <a:pt x="5662863" y="4491789"/>
                </a:lnTo>
                <a:cubicBezTo>
                  <a:pt x="5660189" y="2994526"/>
                  <a:pt x="5657516" y="1497263"/>
                  <a:pt x="5654842" y="0"/>
                </a:cubicBezTo>
                <a:close/>
              </a:path>
            </a:pathLst>
          </a:custGeom>
          <a:solidFill>
            <a:srgbClr val="0085C3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364632" y="365761"/>
            <a:ext cx="5200791" cy="1711395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bg1"/>
                </a:solidFill>
                <a:latin typeface="Museo Sans For Dell" panose="02000000000000000000" pitchFamily="2" charset="0"/>
                <a:ea typeface="Museo Sans For Dell" panose="02000000000000000000" pitchFamily="2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/>
          </p:nvPr>
        </p:nvSpPr>
        <p:spPr>
          <a:xfrm>
            <a:off x="364632" y="2517418"/>
            <a:ext cx="5200791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0" i="0" smtClean="0">
                <a:solidFill>
                  <a:schemeClr val="bg2">
                    <a:lumMod val="65000"/>
                    <a:lumOff val="35000"/>
                  </a:schemeClr>
                </a:solidFill>
                <a:latin typeface="Museo Sans For Dell" pitchFamily="2" charset="0"/>
                <a:ea typeface="Museo Sans For Dell" pitchFamily="2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7826490" y="5499951"/>
            <a:ext cx="1023494" cy="10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0887216"/>
      </p:ext>
    </p:extLst>
  </p:cSld>
  <p:clrMapOvr>
    <a:masterClrMapping/>
  </p:clrMapOvr>
  <p:transition spd="med">
    <p:wipe dir="r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78062111"/>
      </p:ext>
    </p:extLst>
  </p:cSld>
  <p:clrMapOvr>
    <a:masterClrMapping/>
  </p:clrMapOvr>
  <p:transition spd="med">
    <p:wipe dir="r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Dell Blu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86314934"/>
      </p:ext>
    </p:extLst>
  </p:cSld>
  <p:clrMapOvr>
    <a:masterClrMapping/>
  </p:clrMapOvr>
  <p:transition spd="med">
    <p:wipe dir="r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ell Blue divider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" descr="                        Dell - Restricted - Confidential"/>
          <p:cNvSpPr txBox="1"/>
          <p:nvPr userDrawn="1"/>
        </p:nvSpPr>
        <p:spPr>
          <a:xfrm>
            <a:off x="0" y="6617886"/>
            <a:ext cx="9144000" cy="210058"/>
          </a:xfrm>
          <a:prstGeom prst="rect">
            <a:avLst/>
          </a:prstGeom>
          <a:solidFill>
            <a:schemeClr val="bg1"/>
          </a:solidFill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 dirty="0">
                <a:solidFill>
                  <a:srgbClr val="7F7F7F"/>
                </a:solidFill>
                <a:latin typeface="museo sans for dell"/>
              </a:rPr>
              <a:t>                        Dell - Restricted - Confidential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474442" y="6303863"/>
            <a:ext cx="374043" cy="374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10296719"/>
      </p:ext>
    </p:extLst>
  </p:cSld>
  <p:clrMapOvr>
    <a:masterClrMapping/>
  </p:clrMapOvr>
  <p:transition spd="med">
    <p:wipe dir="r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ll Teal divider slide">
    <p:bg>
      <p:bgPr>
        <a:solidFill>
          <a:srgbClr val="74CA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298688" y="5971495"/>
            <a:ext cx="550664" cy="55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19792390"/>
      </p:ext>
    </p:extLst>
  </p:cSld>
  <p:clrMapOvr>
    <a:masterClrMapping/>
  </p:clrMapOvr>
  <p:transition spd="med">
    <p:wipe dir="r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Tea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02545267"/>
      </p:ext>
    </p:extLst>
  </p:cSld>
  <p:clrMapOvr>
    <a:masterClrMapping/>
  </p:clrMapOvr>
  <p:transition spd="med">
    <p:wipe dir="r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Teal footer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1" y="1463040"/>
            <a:ext cx="79552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3"/>
            <a:ext cx="7955280" cy="853440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edit content page title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6403" y="2072640"/>
            <a:ext cx="79552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70772802"/>
      </p:ext>
    </p:extLst>
  </p:cSld>
  <p:clrMapOvr>
    <a:masterClrMapping/>
  </p:clrMapOvr>
  <p:transition spd="med">
    <p:wipe dir="r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Teal footer 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4794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39769246"/>
      </p:ext>
    </p:extLst>
  </p:cSld>
  <p:clrMapOvr>
    <a:masterClrMapping/>
  </p:clrMapOvr>
  <p:transition spd="med">
    <p:wipe dir="r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Teal footer left margi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67094" y="365759"/>
            <a:ext cx="4285279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428386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85224609"/>
      </p:ext>
    </p:extLst>
  </p:cSld>
  <p:clrMapOvr>
    <a:masterClrMapping/>
  </p:clrMapOvr>
  <p:transition spd="med">
    <p:wipe dir="r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Teal footer left margin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65760"/>
            <a:ext cx="5573324" cy="4431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42976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092200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3854225711"/>
      </p:ext>
    </p:extLst>
  </p:cSld>
  <p:clrMapOvr>
    <a:masterClrMapping/>
  </p:clrMapOvr>
  <p:transition spd="med">
    <p:wipe dir="r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Teal footer left margin with subhead and two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65761"/>
            <a:ext cx="4297680" cy="8863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</a:t>
            </a:r>
            <a:br>
              <a:rPr lang="en-US" dirty="0"/>
            </a:br>
            <a:r>
              <a:rPr lang="en-US" dirty="0"/>
              <a:t>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2072640"/>
            <a:ext cx="42976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484464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32238620"/>
      </p:ext>
    </p:extLst>
  </p:cSld>
  <p:clrMapOvr>
    <a:masterClrMapping/>
  </p:clrMapOvr>
  <p:transition spd="med">
    <p:wipe dir="r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Teal foo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8639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617744587"/>
      </p:ext>
    </p:extLst>
  </p:cSld>
  <p:clrMapOvr>
    <a:masterClrMapping/>
  </p:clrMapOvr>
  <p:transition spd="med">
    <p:wipe dir="r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with Dell Teal footer ">
    <p:bg>
      <p:bgPr>
        <a:blipFill dpi="0" rotWithShape="1">
          <a:blip r:embed="rId2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rgbClr val="74CAC7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2108257"/>
      </p:ext>
    </p:extLst>
  </p:cSld>
  <p:clrMapOvr>
    <a:masterClrMapping/>
  </p:clrMapOvr>
  <p:transition spd="med">
    <p:wipe dir="r"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3489158" y="2366211"/>
            <a:ext cx="5662863" cy="4491789"/>
          </a:xfrm>
          <a:custGeom>
            <a:avLst/>
            <a:gdLst>
              <a:gd name="connsiteX0" fmla="*/ 5654842 w 5662863"/>
              <a:gd name="connsiteY0" fmla="*/ 0 h 4491789"/>
              <a:gd name="connsiteX1" fmla="*/ 0 w 5662863"/>
              <a:gd name="connsiteY1" fmla="*/ 4491789 h 4491789"/>
              <a:gd name="connsiteX2" fmla="*/ 5662863 w 5662863"/>
              <a:gd name="connsiteY2" fmla="*/ 4491789 h 4491789"/>
              <a:gd name="connsiteX3" fmla="*/ 5654842 w 5662863"/>
              <a:gd name="connsiteY3" fmla="*/ 0 h 4491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2863" h="4491789">
                <a:moveTo>
                  <a:pt x="5654842" y="0"/>
                </a:moveTo>
                <a:lnTo>
                  <a:pt x="0" y="4491789"/>
                </a:lnTo>
                <a:lnTo>
                  <a:pt x="5662863" y="4491789"/>
                </a:lnTo>
                <a:cubicBezTo>
                  <a:pt x="5660189" y="2994526"/>
                  <a:pt x="5657516" y="1497263"/>
                  <a:pt x="5654842" y="0"/>
                </a:cubicBezTo>
                <a:close/>
              </a:path>
            </a:pathLst>
          </a:custGeom>
          <a:solidFill>
            <a:srgbClr val="0085C3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364632" y="365761"/>
            <a:ext cx="5200791" cy="1711395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bg1"/>
                </a:solidFill>
                <a:latin typeface="Museo Sans For Dell" panose="02000000000000000000" pitchFamily="2" charset="0"/>
                <a:ea typeface="Museo Sans For Dell" panose="02000000000000000000" pitchFamily="2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/>
          </p:nvPr>
        </p:nvSpPr>
        <p:spPr>
          <a:xfrm>
            <a:off x="364632" y="2517418"/>
            <a:ext cx="5200791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0" i="0" smtClean="0">
                <a:solidFill>
                  <a:schemeClr val="bg2">
                    <a:lumMod val="65000"/>
                    <a:lumOff val="35000"/>
                  </a:schemeClr>
                </a:solidFill>
                <a:latin typeface="Museo Sans For Dell" pitchFamily="2" charset="0"/>
                <a:ea typeface="Museo Sans For Dell" pitchFamily="2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7826490" y="5499951"/>
            <a:ext cx="1023494" cy="10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0887216"/>
      </p:ext>
    </p:extLst>
  </p:cSld>
  <p:clrMapOvr>
    <a:masterClrMapping/>
  </p:clrMapOvr>
  <p:transition spd="med">
    <p:wipe dir="r"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Dell Blu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86314934"/>
      </p:ext>
    </p:extLst>
  </p:cSld>
  <p:clrMapOvr>
    <a:masterClrMapping/>
  </p:clrMapOvr>
  <p:transition spd="med">
    <p:wipe dir="r"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78062111"/>
      </p:ext>
    </p:extLst>
  </p:cSld>
  <p:clrMapOvr>
    <a:masterClrMapping/>
  </p:clrMapOvr>
  <p:transition spd="med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ell Blue divider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" descr="                        Dell - Restricted - Confidential"/>
          <p:cNvSpPr txBox="1"/>
          <p:nvPr userDrawn="1"/>
        </p:nvSpPr>
        <p:spPr>
          <a:xfrm>
            <a:off x="0" y="6617886"/>
            <a:ext cx="9144000" cy="210058"/>
          </a:xfrm>
          <a:prstGeom prst="rect">
            <a:avLst/>
          </a:prstGeom>
          <a:solidFill>
            <a:schemeClr val="bg1"/>
          </a:solidFill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 dirty="0">
                <a:solidFill>
                  <a:srgbClr val="7F7F7F"/>
                </a:solidFill>
                <a:latin typeface="museo sans for dell"/>
              </a:rPr>
              <a:t>                        Dell - Restricted - Confidential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474442" y="6303863"/>
            <a:ext cx="374043" cy="374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10296719"/>
      </p:ext>
    </p:extLst>
  </p:cSld>
  <p:clrMapOvr>
    <a:masterClrMapping/>
  </p:clrMapOvr>
  <p:transition spd="med">
    <p:wipe dir="r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ll Green divider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298563" y="5974870"/>
            <a:ext cx="550664" cy="55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02156822"/>
      </p:ext>
    </p:extLst>
  </p:cSld>
  <p:clrMapOvr>
    <a:masterClrMapping/>
  </p:clrMapOvr>
  <p:transition spd="med">
    <p:wipe dir="r"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Green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0941621"/>
      </p:ext>
    </p:extLst>
  </p:cSld>
  <p:clrMapOvr>
    <a:masterClrMapping/>
  </p:clrMapOvr>
  <p:transition spd="med">
    <p:wipe dir="r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Green footer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1" y="1463040"/>
            <a:ext cx="79552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3"/>
            <a:ext cx="7955280" cy="853440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edit content page title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6403" y="2072640"/>
            <a:ext cx="79552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652617"/>
      </p:ext>
    </p:extLst>
  </p:cSld>
  <p:clrMapOvr>
    <a:masterClrMapping/>
  </p:clrMapOvr>
  <p:transition spd="med">
    <p:wipe dir="r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Green footer 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4794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23768224"/>
      </p:ext>
    </p:extLst>
  </p:cSld>
  <p:clrMapOvr>
    <a:masterClrMapping/>
  </p:clrMapOvr>
  <p:transition spd="med">
    <p:wipe dir="r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Green footer left margi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67094" y="365759"/>
            <a:ext cx="4285279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428386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9492939"/>
      </p:ext>
    </p:extLst>
  </p:cSld>
  <p:clrMapOvr>
    <a:masterClrMapping/>
  </p:clrMapOvr>
  <p:transition spd="med">
    <p:wipe dir="r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Green footer left margin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53343" y="365760"/>
            <a:ext cx="6149058" cy="4431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3343" y="1706880"/>
            <a:ext cx="42976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53343" y="1092200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506907099"/>
      </p:ext>
    </p:extLst>
  </p:cSld>
  <p:clrMapOvr>
    <a:masterClrMapping/>
  </p:clrMapOvr>
  <p:transition spd="med">
    <p:wipe dir="r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Green footer left margin with subhead and two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65761"/>
            <a:ext cx="4297680" cy="8863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</a:t>
            </a:r>
            <a:br>
              <a:rPr lang="en-US" dirty="0"/>
            </a:br>
            <a:r>
              <a:rPr lang="en-US" dirty="0"/>
              <a:t>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2072640"/>
            <a:ext cx="42976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484464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391418642"/>
      </p:ext>
    </p:extLst>
  </p:cSld>
  <p:clrMapOvr>
    <a:masterClrMapping/>
  </p:clrMapOvr>
  <p:transition spd="med">
    <p:wipe dir="r"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Green foo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8639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2265413008"/>
      </p:ext>
    </p:extLst>
  </p:cSld>
  <p:clrMapOvr>
    <a:masterClrMapping/>
  </p:clrMapOvr>
  <p:transition spd="med">
    <p:wipe dir="r"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with Dell Green footer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chemeClr val="accent3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4399299"/>
      </p:ext>
    </p:extLst>
  </p:cSld>
  <p:clrMapOvr>
    <a:masterClrMapping/>
  </p:clrMapOvr>
  <p:transition spd="med">
    <p:wipe dir="r"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3489158" y="2366211"/>
            <a:ext cx="5662863" cy="4491789"/>
          </a:xfrm>
          <a:custGeom>
            <a:avLst/>
            <a:gdLst>
              <a:gd name="connsiteX0" fmla="*/ 5654842 w 5662863"/>
              <a:gd name="connsiteY0" fmla="*/ 0 h 4491789"/>
              <a:gd name="connsiteX1" fmla="*/ 0 w 5662863"/>
              <a:gd name="connsiteY1" fmla="*/ 4491789 h 4491789"/>
              <a:gd name="connsiteX2" fmla="*/ 5662863 w 5662863"/>
              <a:gd name="connsiteY2" fmla="*/ 4491789 h 4491789"/>
              <a:gd name="connsiteX3" fmla="*/ 5654842 w 5662863"/>
              <a:gd name="connsiteY3" fmla="*/ 0 h 4491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2863" h="4491789">
                <a:moveTo>
                  <a:pt x="5654842" y="0"/>
                </a:moveTo>
                <a:lnTo>
                  <a:pt x="0" y="4491789"/>
                </a:lnTo>
                <a:lnTo>
                  <a:pt x="5662863" y="4491789"/>
                </a:lnTo>
                <a:cubicBezTo>
                  <a:pt x="5660189" y="2994526"/>
                  <a:pt x="5657516" y="1497263"/>
                  <a:pt x="5654842" y="0"/>
                </a:cubicBezTo>
                <a:close/>
              </a:path>
            </a:pathLst>
          </a:custGeom>
          <a:solidFill>
            <a:srgbClr val="0085C3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364632" y="365761"/>
            <a:ext cx="5200791" cy="1711395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bg1"/>
                </a:solidFill>
                <a:latin typeface="Museo Sans For Dell" panose="02000000000000000000" pitchFamily="2" charset="0"/>
                <a:ea typeface="Museo Sans For Dell" panose="02000000000000000000" pitchFamily="2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/>
          </p:nvPr>
        </p:nvSpPr>
        <p:spPr>
          <a:xfrm>
            <a:off x="364632" y="2517418"/>
            <a:ext cx="5200791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0" i="0" smtClean="0">
                <a:solidFill>
                  <a:schemeClr val="bg2">
                    <a:lumMod val="65000"/>
                    <a:lumOff val="35000"/>
                  </a:schemeClr>
                </a:solidFill>
                <a:latin typeface="Museo Sans For Dell" pitchFamily="2" charset="0"/>
                <a:ea typeface="Museo Sans For Dell" pitchFamily="2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7826490" y="5499951"/>
            <a:ext cx="1023494" cy="10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0887216"/>
      </p:ext>
    </p:extLst>
  </p:cSld>
  <p:clrMapOvr>
    <a:masterClrMapping/>
  </p:clrMapOvr>
  <p:transition spd="med">
    <p:wipe dir="r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Dell Blu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86314934"/>
      </p:ext>
    </p:extLst>
  </p:cSld>
  <p:clrMapOvr>
    <a:masterClrMapping/>
  </p:clrMapOvr>
  <p:transition spd="med">
    <p:wipe dir="r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78062111"/>
      </p:ext>
    </p:extLst>
  </p:cSld>
  <p:clrMapOvr>
    <a:masterClrMapping/>
  </p:clrMapOvr>
  <p:transition spd="med">
    <p:wipe dir="r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ell Blue divider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" descr="                        Dell - Restricted - Confidential"/>
          <p:cNvSpPr txBox="1"/>
          <p:nvPr userDrawn="1"/>
        </p:nvSpPr>
        <p:spPr>
          <a:xfrm>
            <a:off x="0" y="6617886"/>
            <a:ext cx="9144000" cy="210058"/>
          </a:xfrm>
          <a:prstGeom prst="rect">
            <a:avLst/>
          </a:prstGeom>
          <a:solidFill>
            <a:schemeClr val="bg1"/>
          </a:solidFill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 dirty="0">
                <a:solidFill>
                  <a:srgbClr val="7F7F7F"/>
                </a:solidFill>
                <a:latin typeface="museo sans for dell"/>
              </a:rPr>
              <a:t>                        Dell - Restricted - Confidential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474442" y="6303863"/>
            <a:ext cx="374043" cy="374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10296719"/>
      </p:ext>
    </p:extLst>
  </p:cSld>
  <p:clrMapOvr>
    <a:masterClrMapping/>
  </p:clrMapOvr>
  <p:transition spd="med">
    <p:wipe dir="r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ll Yellow 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300946" y="5971979"/>
            <a:ext cx="550664" cy="55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297336"/>
      </p:ext>
    </p:extLst>
  </p:cSld>
  <p:clrMapOvr>
    <a:masterClrMapping/>
  </p:clrMapOvr>
  <p:transition spd="med">
    <p:wipe dir="r"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Yellow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08873814"/>
      </p:ext>
    </p:extLst>
  </p:cSld>
  <p:clrMapOvr>
    <a:masterClrMapping/>
  </p:clrMapOvr>
  <p:transition spd="med">
    <p:wipe dir="r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Yellow footer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1" y="1463040"/>
            <a:ext cx="79552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3"/>
            <a:ext cx="7955280" cy="853440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edit content page title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6403" y="2072640"/>
            <a:ext cx="79552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39223848"/>
      </p:ext>
    </p:extLst>
  </p:cSld>
  <p:clrMapOvr>
    <a:masterClrMapping/>
  </p:clrMapOvr>
  <p:transition spd="med">
    <p:wipe dir="r"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Yellow footer 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4794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53045047"/>
      </p:ext>
    </p:extLst>
  </p:cSld>
  <p:clrMapOvr>
    <a:masterClrMapping/>
  </p:clrMapOvr>
  <p:transition spd="med">
    <p:wipe dir="r"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Yellow footer left margi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67094" y="365759"/>
            <a:ext cx="4285279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428386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4635083"/>
      </p:ext>
    </p:extLst>
  </p:cSld>
  <p:clrMapOvr>
    <a:masterClrMapping/>
  </p:clrMapOvr>
  <p:transition spd="med">
    <p:wipe dir="r"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Yellow footer left margin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65760"/>
            <a:ext cx="5437858" cy="4431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42976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092200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007680301"/>
      </p:ext>
    </p:extLst>
  </p:cSld>
  <p:clrMapOvr>
    <a:masterClrMapping/>
  </p:clrMapOvr>
  <p:transition spd="med">
    <p:wipe dir="r"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Yellow footer left margin with subhead and two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65761"/>
            <a:ext cx="4297680" cy="8863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</a:t>
            </a:r>
            <a:br>
              <a:rPr lang="en-US" dirty="0"/>
            </a:br>
            <a:r>
              <a:rPr lang="en-US" dirty="0"/>
              <a:t>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2072640"/>
            <a:ext cx="42976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484464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003518134"/>
      </p:ext>
    </p:extLst>
  </p:cSld>
  <p:clrMapOvr>
    <a:masterClrMapping/>
  </p:clrMapOvr>
  <p:transition spd="med">
    <p:wipe dir="r"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Yellow foo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8639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1651029313"/>
      </p:ext>
    </p:extLst>
  </p:cSld>
  <p:clrMapOvr>
    <a:masterClrMapping/>
  </p:clrMapOvr>
  <p:transition spd="med">
    <p:wipe dir="r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with Dell Yellow footer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chemeClr val="accent4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8533543"/>
      </p:ext>
    </p:extLst>
  </p:cSld>
  <p:clrMapOvr>
    <a:masterClrMapping/>
  </p:clrMapOvr>
  <p:transition spd="med">
    <p:wipe dir="r"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3489158" y="2366211"/>
            <a:ext cx="5662863" cy="4491789"/>
          </a:xfrm>
          <a:custGeom>
            <a:avLst/>
            <a:gdLst>
              <a:gd name="connsiteX0" fmla="*/ 5654842 w 5662863"/>
              <a:gd name="connsiteY0" fmla="*/ 0 h 4491789"/>
              <a:gd name="connsiteX1" fmla="*/ 0 w 5662863"/>
              <a:gd name="connsiteY1" fmla="*/ 4491789 h 4491789"/>
              <a:gd name="connsiteX2" fmla="*/ 5662863 w 5662863"/>
              <a:gd name="connsiteY2" fmla="*/ 4491789 h 4491789"/>
              <a:gd name="connsiteX3" fmla="*/ 5654842 w 5662863"/>
              <a:gd name="connsiteY3" fmla="*/ 0 h 4491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2863" h="4491789">
                <a:moveTo>
                  <a:pt x="5654842" y="0"/>
                </a:moveTo>
                <a:lnTo>
                  <a:pt x="0" y="4491789"/>
                </a:lnTo>
                <a:lnTo>
                  <a:pt x="5662863" y="4491789"/>
                </a:lnTo>
                <a:cubicBezTo>
                  <a:pt x="5660189" y="2994526"/>
                  <a:pt x="5657516" y="1497263"/>
                  <a:pt x="5654842" y="0"/>
                </a:cubicBezTo>
                <a:close/>
              </a:path>
            </a:pathLst>
          </a:custGeom>
          <a:solidFill>
            <a:srgbClr val="0085C3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364632" y="365761"/>
            <a:ext cx="5200791" cy="1711395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bg1"/>
                </a:solidFill>
                <a:latin typeface="Museo Sans For Dell" panose="02000000000000000000" pitchFamily="2" charset="0"/>
                <a:ea typeface="Museo Sans For Dell" panose="02000000000000000000" pitchFamily="2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/>
          </p:nvPr>
        </p:nvSpPr>
        <p:spPr>
          <a:xfrm>
            <a:off x="364632" y="2517418"/>
            <a:ext cx="5200791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0" i="0" smtClean="0">
                <a:solidFill>
                  <a:schemeClr val="bg2">
                    <a:lumMod val="65000"/>
                    <a:lumOff val="35000"/>
                  </a:schemeClr>
                </a:solidFill>
                <a:latin typeface="Museo Sans For Dell" pitchFamily="2" charset="0"/>
                <a:ea typeface="Museo Sans For Dell" pitchFamily="2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7826490" y="5499951"/>
            <a:ext cx="1023494" cy="10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0887216"/>
      </p:ext>
    </p:extLst>
  </p:cSld>
  <p:clrMapOvr>
    <a:masterClrMapping/>
  </p:clrMapOvr>
  <p:transition spd="med">
    <p:wipe dir="r"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Dell Blu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86314934"/>
      </p:ext>
    </p:extLst>
  </p:cSld>
  <p:clrMapOvr>
    <a:masterClrMapping/>
  </p:clrMapOvr>
  <p:transition spd="med">
    <p:wipe dir="r"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78062111"/>
      </p:ext>
    </p:extLst>
  </p:cSld>
  <p:clrMapOvr>
    <a:masterClrMapping/>
  </p:clrMapOvr>
  <p:transition spd="med">
    <p:wipe dir="r"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ell Blue divider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" descr="                        Dell - Restricted - Confidential"/>
          <p:cNvSpPr txBox="1"/>
          <p:nvPr userDrawn="1"/>
        </p:nvSpPr>
        <p:spPr>
          <a:xfrm>
            <a:off x="0" y="6617886"/>
            <a:ext cx="9144000" cy="210058"/>
          </a:xfrm>
          <a:prstGeom prst="rect">
            <a:avLst/>
          </a:prstGeom>
          <a:solidFill>
            <a:schemeClr val="bg1"/>
          </a:solidFill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 dirty="0">
                <a:solidFill>
                  <a:srgbClr val="7F7F7F"/>
                </a:solidFill>
                <a:latin typeface="museo sans for dell"/>
              </a:rPr>
              <a:t>                        Dell - Restricted - Confidential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474442" y="6303863"/>
            <a:ext cx="374043" cy="374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10296719"/>
      </p:ext>
    </p:extLst>
  </p:cSld>
  <p:clrMapOvr>
    <a:masterClrMapping/>
  </p:clrMapOvr>
  <p:transition spd="med">
    <p:wipe dir="r"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ll Dark Red 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301346" y="5971495"/>
            <a:ext cx="550664" cy="55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47025976"/>
      </p:ext>
    </p:extLst>
  </p:cSld>
  <p:clrMapOvr>
    <a:masterClrMapping/>
  </p:clrMapOvr>
  <p:transition spd="med">
    <p:wipe dir="r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Dark Re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86753965"/>
      </p:ext>
    </p:extLst>
  </p:cSld>
  <p:clrMapOvr>
    <a:masterClrMapping/>
  </p:clrMapOvr>
  <p:transition spd="med">
    <p:wipe dir="r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Dark Red footer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1" y="1463040"/>
            <a:ext cx="79552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3"/>
            <a:ext cx="7955280" cy="853440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edit content page title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6403" y="2072640"/>
            <a:ext cx="79552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53478711"/>
      </p:ext>
    </p:extLst>
  </p:cSld>
  <p:clrMapOvr>
    <a:masterClrMapping/>
  </p:clrMapOvr>
  <p:transition spd="med">
    <p:wipe dir="r"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Dark Red footer 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4794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13667223"/>
      </p:ext>
    </p:extLst>
  </p:cSld>
  <p:clrMapOvr>
    <a:masterClrMapping/>
  </p:clrMapOvr>
  <p:transition spd="med">
    <p:wipe dir="r"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Dark Red footer left margi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67094" y="365759"/>
            <a:ext cx="4285279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428386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0565534"/>
      </p:ext>
    </p:extLst>
  </p:cSld>
  <p:clrMapOvr>
    <a:masterClrMapping/>
  </p:clrMapOvr>
  <p:transition spd="med">
    <p:wipe dir="r"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Dark Red footer left margin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5760"/>
            <a:ext cx="5020169" cy="4431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42976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092200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743907657"/>
      </p:ext>
    </p:extLst>
  </p:cSld>
  <p:clrMapOvr>
    <a:masterClrMapping/>
  </p:clrMapOvr>
  <p:transition spd="med">
    <p:wipe dir="r"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Dark Red footer left margin with subhead and two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65761"/>
            <a:ext cx="4297680" cy="8863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</a:t>
            </a:r>
            <a:br>
              <a:rPr lang="en-US" dirty="0"/>
            </a:br>
            <a:r>
              <a:rPr lang="en-US" dirty="0"/>
              <a:t>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2072640"/>
            <a:ext cx="42976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484464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3573752090"/>
      </p:ext>
    </p:extLst>
  </p:cSld>
  <p:clrMapOvr>
    <a:masterClrMapping/>
  </p:clrMapOvr>
  <p:transition spd="med">
    <p:wipe dir="r"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Dark Red foo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8639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1946534661"/>
      </p:ext>
    </p:extLst>
  </p:cSld>
  <p:clrMapOvr>
    <a:masterClrMapping/>
  </p:clrMapOvr>
  <p:transition spd="med">
    <p:wipe dir="r"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with Dell Dark Red footer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chemeClr val="accent5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3132305"/>
      </p:ext>
    </p:extLst>
  </p:cSld>
  <p:clrMapOvr>
    <a:masterClrMapping/>
  </p:clrMapOvr>
  <p:transition spd="med">
    <p:wipe dir="r"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3489158" y="2366211"/>
            <a:ext cx="5662863" cy="4491789"/>
          </a:xfrm>
          <a:custGeom>
            <a:avLst/>
            <a:gdLst>
              <a:gd name="connsiteX0" fmla="*/ 5654842 w 5662863"/>
              <a:gd name="connsiteY0" fmla="*/ 0 h 4491789"/>
              <a:gd name="connsiteX1" fmla="*/ 0 w 5662863"/>
              <a:gd name="connsiteY1" fmla="*/ 4491789 h 4491789"/>
              <a:gd name="connsiteX2" fmla="*/ 5662863 w 5662863"/>
              <a:gd name="connsiteY2" fmla="*/ 4491789 h 4491789"/>
              <a:gd name="connsiteX3" fmla="*/ 5654842 w 5662863"/>
              <a:gd name="connsiteY3" fmla="*/ 0 h 4491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2863" h="4491789">
                <a:moveTo>
                  <a:pt x="5654842" y="0"/>
                </a:moveTo>
                <a:lnTo>
                  <a:pt x="0" y="4491789"/>
                </a:lnTo>
                <a:lnTo>
                  <a:pt x="5662863" y="4491789"/>
                </a:lnTo>
                <a:cubicBezTo>
                  <a:pt x="5660189" y="2994526"/>
                  <a:pt x="5657516" y="1497263"/>
                  <a:pt x="5654842" y="0"/>
                </a:cubicBezTo>
                <a:close/>
              </a:path>
            </a:pathLst>
          </a:custGeom>
          <a:solidFill>
            <a:srgbClr val="0085C3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364632" y="365761"/>
            <a:ext cx="5200791" cy="1711395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bg1"/>
                </a:solidFill>
                <a:latin typeface="Museo Sans For Dell" panose="02000000000000000000" pitchFamily="2" charset="0"/>
                <a:ea typeface="Museo Sans For Dell" panose="02000000000000000000" pitchFamily="2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/>
          </p:nvPr>
        </p:nvSpPr>
        <p:spPr>
          <a:xfrm>
            <a:off x="364632" y="2517418"/>
            <a:ext cx="5200791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0" i="0" smtClean="0">
                <a:solidFill>
                  <a:schemeClr val="bg2">
                    <a:lumMod val="65000"/>
                    <a:lumOff val="35000"/>
                  </a:schemeClr>
                </a:solidFill>
                <a:latin typeface="Museo Sans For Dell" pitchFamily="2" charset="0"/>
                <a:ea typeface="Museo Sans For Dell" pitchFamily="2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7826490" y="5499951"/>
            <a:ext cx="1023494" cy="10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0887216"/>
      </p:ext>
    </p:extLst>
  </p:cSld>
  <p:clrMapOvr>
    <a:masterClrMapping/>
  </p:clrMapOvr>
  <p:transition spd="med">
    <p:wipe dir="r"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Dell Blu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86314934"/>
      </p:ext>
    </p:extLst>
  </p:cSld>
  <p:clrMapOvr>
    <a:masterClrMapping/>
  </p:clrMapOvr>
  <p:transition spd="med">
    <p:wipe dir="r"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78062111"/>
      </p:ext>
    </p:extLst>
  </p:cSld>
  <p:clrMapOvr>
    <a:masterClrMapping/>
  </p:clrMapOvr>
  <p:transition spd="med">
    <p:wipe dir="r"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ell Blue divider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" descr="                        Dell - Restricted - Confidential"/>
          <p:cNvSpPr txBox="1"/>
          <p:nvPr userDrawn="1"/>
        </p:nvSpPr>
        <p:spPr>
          <a:xfrm>
            <a:off x="0" y="6617886"/>
            <a:ext cx="9144000" cy="210058"/>
          </a:xfrm>
          <a:prstGeom prst="rect">
            <a:avLst/>
          </a:prstGeom>
          <a:solidFill>
            <a:schemeClr val="bg1"/>
          </a:solidFill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 dirty="0">
                <a:solidFill>
                  <a:srgbClr val="7F7F7F"/>
                </a:solidFill>
                <a:latin typeface="museo sans for dell"/>
              </a:rPr>
              <a:t>                        Dell - Restricted - Confidential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474442" y="6303863"/>
            <a:ext cx="374043" cy="374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10296719"/>
      </p:ext>
    </p:extLst>
  </p:cSld>
  <p:clrMapOvr>
    <a:masterClrMapping/>
  </p:clrMapOvr>
  <p:transition spd="med">
    <p:wipe dir="r"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ll Berry divider slide 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2331028"/>
            <a:ext cx="6850901" cy="1994392"/>
          </a:xfrm>
        </p:spPr>
        <p:txBody>
          <a:bodyPr anchor="ctr" anchorCtr="0">
            <a:normAutofit/>
          </a:bodyPr>
          <a:lstStyle>
            <a:lvl1pPr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divider slide title  </a:t>
            </a:r>
          </a:p>
        </p:txBody>
      </p:sp>
      <p:pic>
        <p:nvPicPr>
          <p:cNvPr id="5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8300868" y="5973110"/>
            <a:ext cx="550664" cy="55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42920117"/>
      </p:ext>
    </p:extLst>
  </p:cSld>
  <p:clrMapOvr>
    <a:masterClrMapping/>
  </p:clrMapOvr>
  <p:transition spd="med">
    <p:wipe dir="r"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Berry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39887364"/>
      </p:ext>
    </p:extLst>
  </p:cSld>
  <p:clrMapOvr>
    <a:masterClrMapping/>
  </p:clrMapOvr>
  <p:transition spd="med">
    <p:wipe dir="r"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Berry footer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1" y="1463040"/>
            <a:ext cx="79552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3"/>
            <a:ext cx="7955280" cy="853440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edit content page title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6403" y="2072640"/>
            <a:ext cx="79552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7525673"/>
      </p:ext>
    </p:extLst>
  </p:cSld>
  <p:clrMapOvr>
    <a:masterClrMapping/>
  </p:clrMapOvr>
  <p:transition spd="med">
    <p:wipe dir="r"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Berry footer 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479432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25267018"/>
      </p:ext>
    </p:extLst>
  </p:cSld>
  <p:clrMapOvr>
    <a:masterClrMapping/>
  </p:clrMapOvr>
  <p:transition spd="med">
    <p:wipe dir="r"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Berry footer left margi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67094" y="365759"/>
            <a:ext cx="4285279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364632" y="1706880"/>
            <a:ext cx="428386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23675361"/>
      </p:ext>
    </p:extLst>
  </p:cSld>
  <p:clrMapOvr>
    <a:masterClrMapping/>
  </p:clrMapOvr>
  <p:transition spd="med">
    <p:wipe dir="r"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Berry footer left margin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65760"/>
            <a:ext cx="5392702" cy="4431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1706880"/>
            <a:ext cx="42976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092200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4043541564"/>
      </p:ext>
    </p:extLst>
  </p:cSld>
  <p:clrMapOvr>
    <a:masterClrMapping/>
  </p:clrMapOvr>
  <p:transition spd="med">
    <p:wipe dir="r"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Berry footer left margin with subhead and two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64632" y="365761"/>
            <a:ext cx="4297680" cy="8863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</a:t>
            </a:r>
            <a:br>
              <a:rPr lang="en-US" dirty="0"/>
            </a:br>
            <a:r>
              <a:rPr lang="en-US" dirty="0"/>
              <a:t>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4632" y="2072640"/>
            <a:ext cx="42976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400" baseline="0">
                <a:solidFill>
                  <a:schemeClr val="tx1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64632" y="1484464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946355455"/>
      </p:ext>
    </p:extLst>
  </p:cSld>
  <p:clrMapOvr>
    <a:masterClrMapping/>
  </p:clrMapOvr>
  <p:transition spd="med">
    <p:wipe dir="r"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Dell Berry foo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4631" y="362515"/>
            <a:ext cx="7955280" cy="88639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3148401037"/>
      </p:ext>
    </p:extLst>
  </p:cSld>
  <p:clrMapOvr>
    <a:masterClrMapping/>
  </p:clrMapOvr>
  <p:transition spd="med">
    <p:wipe dir="r"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with Dell Berry footer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chemeClr val="accent6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287266"/>
      </p:ext>
    </p:extLst>
  </p:cSld>
  <p:clrMapOvr>
    <a:masterClrMapping/>
  </p:clrMapOvr>
  <p:transition spd="med">
    <p:wipe dir="r"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3" y="365762"/>
            <a:ext cx="6896999" cy="2215991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bg1"/>
                </a:solidFill>
                <a:latin typeface="Museo Sans For Dell" panose="02000000000000000000" pitchFamily="2" charset="0"/>
                <a:ea typeface="Museo Sans For Dell" panose="02000000000000000000" pitchFamily="2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/>
          </p:nvPr>
        </p:nvSpPr>
        <p:spPr>
          <a:xfrm>
            <a:off x="274320" y="3048002"/>
            <a:ext cx="68961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0" i="0" smtClean="0">
                <a:solidFill>
                  <a:schemeClr val="bg2">
                    <a:lumMod val="65000"/>
                    <a:lumOff val="35000"/>
                  </a:schemeClr>
                </a:solidFill>
                <a:latin typeface="Museo Sans For Dell" pitchFamily="2" charset="0"/>
                <a:ea typeface="Museo Sans For Dell" pitchFamily="2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 bwMode="gray">
          <a:xfrm>
            <a:off x="4" y="6362702"/>
            <a:ext cx="1000125" cy="495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  <a:latin typeface="Trebuchet MS" pitchFamily="34" charset="0"/>
            </a:endParaRPr>
          </a:p>
        </p:txBody>
      </p:sp>
      <p:pic>
        <p:nvPicPr>
          <p:cNvPr id="6" name="Picture 5" descr="dell_blue_lrg_logo.pn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black">
          <a:xfrm>
            <a:off x="8278314" y="5731818"/>
            <a:ext cx="599303" cy="79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0493"/>
      </p:ext>
    </p:extLst>
  </p:cSld>
  <p:clrMapOvr>
    <a:masterClrMapping/>
  </p:clrMapOvr>
  <p:transition spd="med">
    <p:wipe dir="r"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6" name="Title Placeholder 21"/>
          <p:cNvSpPr>
            <a:spLocks noGrp="1"/>
          </p:cNvSpPr>
          <p:nvPr>
            <p:ph type="ctrTitle" hasCustomPrompt="1"/>
          </p:nvPr>
        </p:nvSpPr>
        <p:spPr>
          <a:xfrm>
            <a:off x="274323" y="365762"/>
            <a:ext cx="5200791" cy="2215991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5400" b="0" i="0" smtClean="0">
                <a:solidFill>
                  <a:schemeClr val="bg1"/>
                </a:solidFill>
                <a:latin typeface="Museo Sans For Dell" panose="02000000000000000000" pitchFamily="2" charset="0"/>
                <a:ea typeface="Museo Sans For Dell" panose="02000000000000000000" pitchFamily="2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61477" name="Text Placeholder 12"/>
          <p:cNvSpPr>
            <a:spLocks noGrp="1"/>
          </p:cNvSpPr>
          <p:nvPr>
            <p:ph type="subTitle" idx="1"/>
          </p:nvPr>
        </p:nvSpPr>
        <p:spPr>
          <a:xfrm>
            <a:off x="274323" y="3002846"/>
            <a:ext cx="5200791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buFont typeface="Wingdings" pitchFamily="2" charset="2"/>
              <a:buNone/>
              <a:defRPr sz="2000" b="0" i="0" smtClean="0">
                <a:solidFill>
                  <a:schemeClr val="bg2">
                    <a:lumMod val="65000"/>
                    <a:lumOff val="35000"/>
                  </a:schemeClr>
                </a:solidFill>
                <a:latin typeface="Museo Sans For Dell" pitchFamily="2" charset="0"/>
                <a:ea typeface="Museo Sans For Dell" pitchFamily="2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Freeform 13"/>
          <p:cNvSpPr/>
          <p:nvPr userDrawn="1"/>
        </p:nvSpPr>
        <p:spPr>
          <a:xfrm>
            <a:off x="4121944" y="1543052"/>
            <a:ext cx="5022056" cy="5324475"/>
          </a:xfrm>
          <a:custGeom>
            <a:avLst/>
            <a:gdLst>
              <a:gd name="connsiteX0" fmla="*/ 5022056 w 5022056"/>
              <a:gd name="connsiteY0" fmla="*/ 0 h 3993356"/>
              <a:gd name="connsiteX1" fmla="*/ 5022056 w 5022056"/>
              <a:gd name="connsiteY1" fmla="*/ 3993356 h 3993356"/>
              <a:gd name="connsiteX2" fmla="*/ 0 w 5022056"/>
              <a:gd name="connsiteY2" fmla="*/ 3993356 h 3993356"/>
              <a:gd name="connsiteX3" fmla="*/ 5022056 w 5022056"/>
              <a:gd name="connsiteY3" fmla="*/ 0 h 3993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22056" h="3993356">
                <a:moveTo>
                  <a:pt x="5022056" y="0"/>
                </a:moveTo>
                <a:lnTo>
                  <a:pt x="5022056" y="3993356"/>
                </a:lnTo>
                <a:lnTo>
                  <a:pt x="0" y="3993356"/>
                </a:lnTo>
                <a:lnTo>
                  <a:pt x="5022056" y="0"/>
                </a:lnTo>
                <a:close/>
              </a:path>
            </a:pathLst>
          </a:custGeom>
          <a:solidFill>
            <a:srgbClr val="0085C3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rgbClr val="FFFFFF"/>
              </a:solidFill>
              <a:latin typeface="Museo Sans For Dell"/>
            </a:endParaRPr>
          </a:p>
        </p:txBody>
      </p:sp>
      <p:sp>
        <p:nvSpPr>
          <p:cNvPr id="13" name="Freeform 12"/>
          <p:cNvSpPr/>
          <p:nvPr userDrawn="1"/>
        </p:nvSpPr>
        <p:spPr>
          <a:xfrm>
            <a:off x="4100513" y="1485902"/>
            <a:ext cx="5072062" cy="5381625"/>
          </a:xfrm>
          <a:custGeom>
            <a:avLst/>
            <a:gdLst>
              <a:gd name="connsiteX0" fmla="*/ 5043487 w 5072062"/>
              <a:gd name="connsiteY0" fmla="*/ 57150 h 4036219"/>
              <a:gd name="connsiteX1" fmla="*/ 0 w 5072062"/>
              <a:gd name="connsiteY1" fmla="*/ 4036219 h 4036219"/>
              <a:gd name="connsiteX2" fmla="*/ 5057775 w 5072062"/>
              <a:gd name="connsiteY2" fmla="*/ 4036219 h 4036219"/>
              <a:gd name="connsiteX3" fmla="*/ 5057775 w 5072062"/>
              <a:gd name="connsiteY3" fmla="*/ 0 h 4036219"/>
              <a:gd name="connsiteX4" fmla="*/ 5072062 w 5072062"/>
              <a:gd name="connsiteY4" fmla="*/ 742950 h 403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72062" h="4036219">
                <a:moveTo>
                  <a:pt x="5043487" y="57150"/>
                </a:moveTo>
                <a:lnTo>
                  <a:pt x="0" y="4036219"/>
                </a:lnTo>
                <a:lnTo>
                  <a:pt x="5057775" y="4036219"/>
                </a:lnTo>
                <a:lnTo>
                  <a:pt x="5057775" y="0"/>
                </a:lnTo>
                <a:lnTo>
                  <a:pt x="5072062" y="742950"/>
                </a:lnTo>
              </a:path>
            </a:pathLst>
          </a:custGeom>
          <a:noFill/>
          <a:effectLst/>
        </p:spPr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8" name="Picture 9" descr="white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black">
          <a:xfrm>
            <a:off x="7825733" y="5132257"/>
            <a:ext cx="1023494" cy="1364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3356929"/>
      </p:ext>
    </p:extLst>
  </p:cSld>
  <p:clrMapOvr>
    <a:masterClrMapping/>
  </p:clrMapOvr>
  <p:transition spd="med">
    <p:wipe dir="r"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362515"/>
            <a:ext cx="795528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4320" y="1706880"/>
            <a:ext cx="7924386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755673"/>
      </p:ext>
    </p:extLst>
  </p:cSld>
  <p:clrMapOvr>
    <a:masterClrMapping/>
  </p:clrMapOvr>
  <p:transition spd="med">
    <p:wipe dir="r"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19" y="1463040"/>
            <a:ext cx="79552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362513"/>
            <a:ext cx="7955280" cy="853440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edit content page title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4320" y="2072640"/>
            <a:ext cx="79552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59314179"/>
      </p:ext>
    </p:extLst>
  </p:cSld>
  <p:clrMapOvr>
    <a:masterClrMapping/>
  </p:clrMapOvr>
  <p:transition spd="med">
    <p:wipe dir="r"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362515"/>
            <a:ext cx="7955280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274320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389120" y="1706880"/>
            <a:ext cx="38404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88035421"/>
      </p:ext>
    </p:extLst>
  </p:cSld>
  <p:clrMapOvr>
    <a:masterClrMapping/>
  </p:clrMapOvr>
  <p:transition spd="med">
    <p:wipe dir="r"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margi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6784" y="365759"/>
            <a:ext cx="4285279" cy="8534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274320" y="1706880"/>
            <a:ext cx="428386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defRPr sz="1400" b="0">
                <a:solidFill>
                  <a:schemeClr val="bg2"/>
                </a:solidFill>
                <a:latin typeface="Museo Sans For Dell" pitchFamily="2" charset="0"/>
              </a:defRPr>
            </a:lvl1pPr>
            <a:lvl2pPr marL="574675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 b="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="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defRPr sz="1000" b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defRPr sz="1800" b="0">
                <a:solidFill>
                  <a:schemeClr val="bg2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sz="1000" dirty="0"/>
              <a:t>Fourth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401113"/>
      </p:ext>
    </p:extLst>
  </p:cSld>
  <p:clrMapOvr>
    <a:masterClrMapping/>
  </p:clrMapOvr>
  <p:transition spd="med">
    <p:wipe dir="r"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margin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74322" y="365762"/>
            <a:ext cx="5042747" cy="4431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4320" y="1706880"/>
            <a:ext cx="4297680" cy="426720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1092200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059131881"/>
      </p:ext>
    </p:extLst>
  </p:cSld>
  <p:clrMapOvr>
    <a:masterClrMapping/>
  </p:clrMapOvr>
  <p:transition spd="med">
    <p:wipe dir="r"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margin with subhead and two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74320" y="365762"/>
            <a:ext cx="4297680" cy="8863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content </a:t>
            </a:r>
            <a:br>
              <a:rPr lang="en-US" dirty="0"/>
            </a:br>
            <a:r>
              <a:rPr lang="en-US" dirty="0"/>
              <a:t>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74320" y="2072640"/>
            <a:ext cx="4297680" cy="4023360"/>
          </a:xfrm>
        </p:spPr>
        <p:txBody>
          <a:bodyPr wrap="square"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Char char="•"/>
              <a:defRPr sz="1400">
                <a:solidFill>
                  <a:schemeClr val="bg2"/>
                </a:solidFill>
                <a:latin typeface="Museo Sans For Dell" pitchFamily="2" charset="0"/>
              </a:defRPr>
            </a:lvl1pPr>
            <a:lvl2pPr marL="573088" indent="-231775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2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000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rgbClr val="AAAAAA"/>
              </a:buClr>
              <a:defRPr sz="12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1484464"/>
            <a:ext cx="4297680" cy="31845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3126993260"/>
      </p:ext>
    </p:extLst>
  </p:cSld>
  <p:clrMapOvr>
    <a:masterClrMapping/>
  </p:clrMapOvr>
  <p:transition spd="med">
    <p:wipe dir="r"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319" y="362515"/>
            <a:ext cx="7955280" cy="88639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834847463"/>
      </p:ext>
    </p:extLst>
  </p:cSld>
  <p:clrMapOvr>
    <a:masterClrMapping/>
  </p:clrMapOvr>
  <p:transition spd="med">
    <p:wipe dir="r"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766903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7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5.xml"/><Relationship Id="rId5" Type="http://schemas.openxmlformats.org/officeDocument/2006/relationships/slideLayout" Target="../slideLayouts/slideLayout7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2.xml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18.xml"/><Relationship Id="rId10" Type="http://schemas.openxmlformats.org/officeDocument/2006/relationships/theme" Target="../theme/theme10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353344" y="362515"/>
            <a:ext cx="7930595" cy="85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content page title. 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53344" y="1706880"/>
            <a:ext cx="792696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extBox 15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3" name="TextBox 12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5274" y="6570392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900" kern="12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900" kern="12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1" name="Picture 10" descr="dell_gray_logo.png"/>
          <p:cNvPicPr>
            <a:picLocks noChangeAspect="1"/>
          </p:cNvPicPr>
          <p:nvPr/>
        </p:nvPicPr>
        <p:blipFill>
          <a:blip r:embed="rId11" cstate="screen"/>
          <a:stretch>
            <a:fillRect/>
          </a:stretch>
        </p:blipFill>
        <p:spPr bwMode="black">
          <a:xfrm>
            <a:off x="8426047" y="6255468"/>
            <a:ext cx="470835" cy="470835"/>
          </a:xfrm>
          <a:prstGeom prst="rect">
            <a:avLst/>
          </a:prstGeom>
        </p:spPr>
      </p:pic>
      <p:sp>
        <p:nvSpPr>
          <p:cNvPr id="2" name="fl" descr="                              Dell - Internal Use - Confidential&#10;"/>
          <p:cNvSpPr txBox="1"/>
          <p:nvPr/>
        </p:nvSpPr>
        <p:spPr>
          <a:xfrm>
            <a:off x="0" y="6409690"/>
            <a:ext cx="9144000" cy="48090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r>
              <a:rPr lang="en-US" sz="850" b="1" i="0" u="none" baseline="0">
                <a:solidFill>
                  <a:srgbClr val="7F7F7F"/>
                </a:solidFill>
                <a:latin typeface="museo sans for dell" panose="02000000000000000000" pitchFamily="2" charset="0"/>
              </a:rPr>
              <a:t>                              Dell - Internal Use - Confidential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endParaRPr lang="en-US" sz="14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948278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242" r:id="rId1"/>
    <p:sldLayoutId id="2147484244" r:id="rId2"/>
    <p:sldLayoutId id="2147484245" r:id="rId3"/>
    <p:sldLayoutId id="2147484246" r:id="rId4"/>
    <p:sldLayoutId id="2147484247" r:id="rId5"/>
    <p:sldLayoutId id="2147484248" r:id="rId6"/>
    <p:sldLayoutId id="2147484249" r:id="rId7"/>
    <p:sldLayoutId id="2147484250" r:id="rId8"/>
    <p:sldLayoutId id="2147484251" r:id="rId9"/>
  </p:sldLayoutIdLst>
  <p:transition spd="med">
    <p:wipe dir="r"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 cap="none" baseline="0">
          <a:solidFill>
            <a:schemeClr val="bg1"/>
          </a:solidFill>
          <a:latin typeface="Museo Sans For Dell" panose="02000000000000000000" pitchFamily="2" charset="0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Clr>
          <a:srgbClr val="AAAAAA"/>
        </a:buClr>
        <a:buFont typeface="Arial" pitchFamily="34" charset="0"/>
        <a:buChar char="•"/>
        <a:defRPr sz="1400">
          <a:solidFill>
            <a:schemeClr val="bg2"/>
          </a:solidFill>
          <a:latin typeface="Museo Sans For Dell" pitchFamily="2" charset="0"/>
          <a:ea typeface="Museo Sans For Dell" pitchFamily="2" charset="0"/>
          <a:cs typeface="+mn-cs"/>
        </a:defRPr>
      </a:lvl1pPr>
      <a:lvl2pPr marL="574675" indent="-2333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2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2pPr>
      <a:lvl3pPr marL="909638" indent="-2206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›"/>
        <a:defRPr sz="10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3pPr>
      <a:lvl4pPr marL="1246188" indent="-22225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rgbClr val="AAAAAA"/>
        </a:buClr>
        <a:buFont typeface="Courier New" panose="02070309020205020404" pitchFamily="49" charset="0"/>
        <a:buChar char="o"/>
        <a:defRPr sz="10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364632" y="370595"/>
            <a:ext cx="7955280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content page title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57878" y="1706880"/>
            <a:ext cx="795528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sz="1000" dirty="0"/>
              <a:t>Fourth level</a:t>
            </a:r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Box 14" hidden="1"/>
          <p:cNvSpPr txBox="1"/>
          <p:nvPr/>
        </p:nvSpPr>
        <p:spPr>
          <a:xfrm>
            <a:off x="1895477" y="6454881"/>
            <a:ext cx="649537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B8D0290F-9E23-41BA-BCF9-EF3BA4816832}" type="datetime1">
              <a:rPr lang="en-US" sz="1000" smtClean="0">
                <a:solidFill>
                  <a:schemeClr val="tx2"/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1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5274" y="6570392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3" name="Picture 9" descr="white"/>
          <p:cNvPicPr>
            <a:picLocks noChangeAspect="1" noChangeArrowheads="1"/>
          </p:cNvPicPr>
          <p:nvPr/>
        </p:nvPicPr>
        <p:blipFill>
          <a:blip r:embed="rId13" cstate="screen"/>
          <a:srcRect/>
          <a:stretch>
            <a:fillRect/>
          </a:stretch>
        </p:blipFill>
        <p:spPr bwMode="black">
          <a:xfrm>
            <a:off x="8474442" y="6303863"/>
            <a:ext cx="374043" cy="374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l" descr="                              Dell - Internal Use - Confidential&#10;"/>
          <p:cNvSpPr txBox="1"/>
          <p:nvPr/>
        </p:nvSpPr>
        <p:spPr>
          <a:xfrm>
            <a:off x="0" y="6460490"/>
            <a:ext cx="9144000" cy="4296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>
                <a:solidFill>
                  <a:srgbClr val="7F7F7F"/>
                </a:solidFill>
                <a:latin typeface="museo sans for dell" panose="02000000000000000000" pitchFamily="2" charset="0"/>
              </a:rPr>
              <a:t>                              Dell - Internal Use - Confidential</a:t>
            </a:r>
          </a:p>
          <a:p>
            <a:pPr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14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668568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168" r:id="rId1"/>
    <p:sldLayoutId id="2147484163" r:id="rId2"/>
    <p:sldLayoutId id="2147484164" r:id="rId3"/>
    <p:sldLayoutId id="2147484165" r:id="rId4"/>
    <p:sldLayoutId id="2147484166" r:id="rId5"/>
    <p:sldLayoutId id="2147484167" r:id="rId6"/>
    <p:sldLayoutId id="2147484169" r:id="rId7"/>
    <p:sldLayoutId id="2147484392" r:id="rId8"/>
    <p:sldLayoutId id="2147484393" r:id="rId9"/>
    <p:sldLayoutId id="2147484394" r:id="rId10"/>
    <p:sldLayoutId id="2147484395" r:id="rId11"/>
  </p:sldLayoutIdLst>
  <p:transition spd="med">
    <p:wipe dir="r"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 cap="none" baseline="0">
          <a:solidFill>
            <a:schemeClr val="tx2"/>
          </a:solidFill>
          <a:latin typeface="Museo Sans For Dell" panose="02000000000000000000" pitchFamily="2" charset="0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1400">
          <a:solidFill>
            <a:schemeClr val="tx2"/>
          </a:solidFill>
          <a:latin typeface="Museo Sans For Dell" pitchFamily="2" charset="0"/>
          <a:ea typeface="Museo Sans For Dell" pitchFamily="2" charset="0"/>
          <a:cs typeface="+mn-cs"/>
        </a:defRPr>
      </a:lvl1pPr>
      <a:lvl2pPr marL="574675" indent="-22383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Museo Sans For Dell" pitchFamily="2" charset="0"/>
        <a:buChar char="–"/>
        <a:defRPr sz="1200" baseline="0">
          <a:solidFill>
            <a:schemeClr val="tx2"/>
          </a:solidFill>
          <a:latin typeface="Museo Sans For Dell" pitchFamily="2" charset="0"/>
          <a:ea typeface="Museo Sans For Dell" pitchFamily="2" charset="0"/>
        </a:defRPr>
      </a:lvl2pPr>
      <a:lvl3pPr marL="909638" indent="-220663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tx2"/>
        </a:buClr>
        <a:buFont typeface="Museo Sans For Dell" pitchFamily="2" charset="0"/>
        <a:buChar char="›"/>
        <a:defRPr sz="1000">
          <a:solidFill>
            <a:schemeClr val="tx2"/>
          </a:solidFill>
          <a:latin typeface="Museo Sans For Dell" pitchFamily="2" charset="0"/>
          <a:ea typeface="Museo Sans For Dell" pitchFamily="2" charset="0"/>
        </a:defRPr>
      </a:lvl3pPr>
      <a:lvl4pPr marL="1246188" indent="-222250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2"/>
        </a:buClr>
        <a:buFont typeface="Courier New" panose="02070309020205020404" pitchFamily="49" charset="0"/>
        <a:buChar char="o"/>
        <a:defRPr sz="1000" baseline="0">
          <a:solidFill>
            <a:schemeClr val="tx1"/>
          </a:solidFill>
          <a:latin typeface="Museo Sans For Dell" pitchFamily="2" charset="0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" descr="                              Dell - Internal Use - Confidential&#10;"/>
          <p:cNvSpPr txBox="1"/>
          <p:nvPr/>
        </p:nvSpPr>
        <p:spPr>
          <a:xfrm>
            <a:off x="0" y="6535928"/>
            <a:ext cx="9144000" cy="3534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>
                <a:solidFill>
                  <a:srgbClr val="7F7F7F"/>
                </a:solidFill>
                <a:latin typeface="museo sans for dell" panose="02000000000000000000" pitchFamily="2" charset="0"/>
              </a:rPr>
              <a:t>                              Dell - Internal Use - Confidential</a:t>
            </a:r>
          </a:p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850" b="1" i="0" u="none" baseline="0" dirty="0">
              <a:solidFill>
                <a:srgbClr val="7F7F7F"/>
              </a:solidFill>
              <a:latin typeface="museo sans for dell" panose="02000000000000000000" pitchFamily="2" charset="0"/>
            </a:endParaRPr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364633" y="362515"/>
            <a:ext cx="7930595" cy="85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content page title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64633" y="1706880"/>
            <a:ext cx="792696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sz="1000" dirty="0"/>
              <a:t>Fourth level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95274" y="6570392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900" kern="12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900" kern="12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Box 15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3" name="TextBox 12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pic>
        <p:nvPicPr>
          <p:cNvPr id="12" name="Picture 11" descr="dell_gray_logo.png"/>
          <p:cNvPicPr>
            <a:picLocks noChangeAspect="1"/>
          </p:cNvPicPr>
          <p:nvPr/>
        </p:nvPicPr>
        <p:blipFill>
          <a:blip r:embed="rId17" cstate="screen"/>
          <a:stretch>
            <a:fillRect/>
          </a:stretch>
        </p:blipFill>
        <p:spPr bwMode="black">
          <a:xfrm>
            <a:off x="8426047" y="6255468"/>
            <a:ext cx="470835" cy="47083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rgbClr val="0085C3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77228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351" r:id="rId1"/>
    <p:sldLayoutId id="2147484258" r:id="rId2"/>
    <p:sldLayoutId id="2147484259" r:id="rId3"/>
    <p:sldLayoutId id="2147484260" r:id="rId4"/>
    <p:sldLayoutId id="2147484261" r:id="rId5"/>
    <p:sldLayoutId id="2147484262" r:id="rId6"/>
    <p:sldLayoutId id="2147484263" r:id="rId7"/>
    <p:sldLayoutId id="2147484264" r:id="rId8"/>
    <p:sldLayoutId id="2147484350" r:id="rId9"/>
    <p:sldLayoutId id="2147484368" r:id="rId10"/>
    <p:sldLayoutId id="2147484427" r:id="rId11"/>
    <p:sldLayoutId id="2147484428" r:id="rId12"/>
    <p:sldLayoutId id="2147484421" r:id="rId13"/>
    <p:sldLayoutId id="2147484422" r:id="rId14"/>
    <p:sldLayoutId id="2147484424" r:id="rId15"/>
  </p:sldLayoutIdLst>
  <p:transition spd="med">
    <p:wipe dir="r"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 cap="none" baseline="0">
          <a:solidFill>
            <a:schemeClr val="bg1"/>
          </a:solidFill>
          <a:latin typeface="Museo Sans For Dell" panose="02000000000000000000" pitchFamily="2" charset="0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Clr>
          <a:srgbClr val="AAAAAA"/>
        </a:buClr>
        <a:buFont typeface="Arial" pitchFamily="34" charset="0"/>
        <a:buChar char="•"/>
        <a:defRPr sz="1400">
          <a:solidFill>
            <a:schemeClr val="bg2"/>
          </a:solidFill>
          <a:latin typeface="Museo Sans For Dell" pitchFamily="2" charset="0"/>
          <a:ea typeface="Museo Sans For Dell" pitchFamily="2" charset="0"/>
          <a:cs typeface="+mn-cs"/>
        </a:defRPr>
      </a:lvl1pPr>
      <a:lvl2pPr marL="574675" indent="-2333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2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2pPr>
      <a:lvl3pPr marL="909638" indent="-2206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0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3pPr>
      <a:lvl4pPr marL="1246188" indent="-22225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rgbClr val="AAAAAA"/>
        </a:buClr>
        <a:buFont typeface="Courier New" panose="02070309020205020404" pitchFamily="49" charset="0"/>
        <a:buChar char="o"/>
        <a:defRPr sz="10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364633" y="362515"/>
            <a:ext cx="7930595" cy="85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content page title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64633" y="1706880"/>
            <a:ext cx="792696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sz="1000" dirty="0"/>
              <a:t>Fourth level</a:t>
            </a:r>
            <a:endParaRPr lang="en-US" dirty="0"/>
          </a:p>
        </p:txBody>
      </p:sp>
      <p:sp>
        <p:nvSpPr>
          <p:cNvPr id="16" name="TextBox 15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3" name="TextBox 12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9" name="fl" descr="                              Dell - Internal Use - Confidential&#10;"/>
          <p:cNvSpPr txBox="1"/>
          <p:nvPr/>
        </p:nvSpPr>
        <p:spPr>
          <a:xfrm>
            <a:off x="0" y="6535928"/>
            <a:ext cx="9144000" cy="3534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>
                <a:solidFill>
                  <a:srgbClr val="7F7F7F"/>
                </a:solidFill>
                <a:latin typeface="museo sans for dell" panose="02000000000000000000" pitchFamily="2" charset="0"/>
              </a:rPr>
              <a:t>                              Dell - Internal Use - Confidential</a:t>
            </a:r>
          </a:p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850" b="1" i="0" u="none" baseline="0" dirty="0">
              <a:solidFill>
                <a:srgbClr val="7F7F7F"/>
              </a:solidFill>
              <a:latin typeface="museo sans for dell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274" y="6570392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900" kern="12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900" kern="12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 descr="dell_gray_logo.png"/>
          <p:cNvPicPr>
            <a:picLocks noChangeAspect="1"/>
          </p:cNvPicPr>
          <p:nvPr/>
        </p:nvPicPr>
        <p:blipFill>
          <a:blip r:embed="rId15" cstate="screen"/>
          <a:stretch>
            <a:fillRect/>
          </a:stretch>
        </p:blipFill>
        <p:spPr bwMode="black">
          <a:xfrm>
            <a:off x="8426047" y="6255468"/>
            <a:ext cx="470835" cy="47083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rgbClr val="AAAAAA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5038976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352" r:id="rId1"/>
    <p:sldLayoutId id="2147484266" r:id="rId2"/>
    <p:sldLayoutId id="2147484267" r:id="rId3"/>
    <p:sldLayoutId id="2147484268" r:id="rId4"/>
    <p:sldLayoutId id="2147484269" r:id="rId5"/>
    <p:sldLayoutId id="2147484270" r:id="rId6"/>
    <p:sldLayoutId id="2147484271" r:id="rId7"/>
    <p:sldLayoutId id="2147484272" r:id="rId8"/>
    <p:sldLayoutId id="2147484353" r:id="rId9"/>
    <p:sldLayoutId id="2147484388" r:id="rId10"/>
    <p:sldLayoutId id="2147484389" r:id="rId11"/>
    <p:sldLayoutId id="2147484390" r:id="rId12"/>
    <p:sldLayoutId id="2147484391" r:id="rId13"/>
  </p:sldLayoutIdLst>
  <p:transition spd="med">
    <p:wipe dir="r"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 cap="none" baseline="0">
          <a:solidFill>
            <a:srgbClr val="AAAAAA"/>
          </a:solidFill>
          <a:latin typeface="Museo Sans For Dell" panose="02000000000000000000" pitchFamily="2" charset="0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Clr>
          <a:srgbClr val="AAAAAA"/>
        </a:buClr>
        <a:buFont typeface="Arial" pitchFamily="34" charset="0"/>
        <a:buChar char="•"/>
        <a:defRPr sz="1400">
          <a:solidFill>
            <a:schemeClr val="bg2"/>
          </a:solidFill>
          <a:latin typeface="Museo Sans For Dell" pitchFamily="2" charset="0"/>
          <a:ea typeface="Museo Sans For Dell" pitchFamily="2" charset="0"/>
          <a:cs typeface="+mn-cs"/>
        </a:defRPr>
      </a:lvl1pPr>
      <a:lvl2pPr marL="574675" indent="-2333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2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2pPr>
      <a:lvl3pPr marL="909638" indent="-2206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0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3pPr>
      <a:lvl4pPr marL="1246188" indent="-22225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rgbClr val="AAAAAA"/>
        </a:buClr>
        <a:buFont typeface="Courier New" panose="02070309020205020404" pitchFamily="49" charset="0"/>
        <a:buChar char="o"/>
        <a:defRPr sz="10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364633" y="362515"/>
            <a:ext cx="7930595" cy="85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content page title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64633" y="1706880"/>
            <a:ext cx="792696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sz="1000" dirty="0"/>
              <a:t>Fourth level</a:t>
            </a:r>
            <a:endParaRPr lang="en-US" dirty="0"/>
          </a:p>
        </p:txBody>
      </p:sp>
      <p:sp>
        <p:nvSpPr>
          <p:cNvPr id="16" name="TextBox 15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3" name="TextBox 12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9" name="fl" descr="                              Dell - Internal Use - Confidential&#10;"/>
          <p:cNvSpPr txBox="1"/>
          <p:nvPr/>
        </p:nvSpPr>
        <p:spPr>
          <a:xfrm>
            <a:off x="0" y="6535928"/>
            <a:ext cx="9144000" cy="3534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>
                <a:solidFill>
                  <a:srgbClr val="7F7F7F"/>
                </a:solidFill>
                <a:latin typeface="museo sans for dell" panose="02000000000000000000" pitchFamily="2" charset="0"/>
              </a:rPr>
              <a:t>                              Dell - Internal Use - Confidential</a:t>
            </a:r>
          </a:p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850" b="1" i="0" u="none" baseline="0" dirty="0">
              <a:solidFill>
                <a:srgbClr val="7F7F7F"/>
              </a:solidFill>
              <a:latin typeface="museo sans for dell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274" y="6570392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900" kern="12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900" kern="12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 descr="dell_gray_logo.png"/>
          <p:cNvPicPr>
            <a:picLocks noChangeAspect="1"/>
          </p:cNvPicPr>
          <p:nvPr/>
        </p:nvPicPr>
        <p:blipFill>
          <a:blip r:embed="rId15" cstate="screen"/>
          <a:stretch>
            <a:fillRect/>
          </a:stretch>
        </p:blipFill>
        <p:spPr bwMode="black">
          <a:xfrm>
            <a:off x="8426047" y="6255468"/>
            <a:ext cx="470835" cy="47083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rgbClr val="00447C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344058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354" r:id="rId1"/>
    <p:sldLayoutId id="2147484274" r:id="rId2"/>
    <p:sldLayoutId id="2147484275" r:id="rId3"/>
    <p:sldLayoutId id="2147484276" r:id="rId4"/>
    <p:sldLayoutId id="2147484277" r:id="rId5"/>
    <p:sldLayoutId id="2147484278" r:id="rId6"/>
    <p:sldLayoutId id="2147484279" r:id="rId7"/>
    <p:sldLayoutId id="2147484280" r:id="rId8"/>
    <p:sldLayoutId id="2147484355" r:id="rId9"/>
    <p:sldLayoutId id="2147484366" r:id="rId10"/>
    <p:sldLayoutId id="2147484367" r:id="rId11"/>
    <p:sldLayoutId id="2147484386" r:id="rId12"/>
    <p:sldLayoutId id="2147484387" r:id="rId13"/>
  </p:sldLayoutIdLst>
  <p:transition spd="med">
    <p:wipe dir="r"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 cap="none" baseline="0">
          <a:solidFill>
            <a:srgbClr val="00447C"/>
          </a:solidFill>
          <a:latin typeface="Museo Sans For Dell" panose="02000000000000000000" pitchFamily="2" charset="0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Clr>
          <a:srgbClr val="AAAAAA"/>
        </a:buClr>
        <a:buFont typeface="Arial" pitchFamily="34" charset="0"/>
        <a:buChar char="•"/>
        <a:defRPr sz="1400">
          <a:solidFill>
            <a:schemeClr val="bg2"/>
          </a:solidFill>
          <a:latin typeface="Museo Sans For Dell" pitchFamily="2" charset="0"/>
          <a:ea typeface="Museo Sans For Dell" pitchFamily="2" charset="0"/>
          <a:cs typeface="+mn-cs"/>
        </a:defRPr>
      </a:lvl1pPr>
      <a:lvl2pPr marL="574675" indent="-2333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2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2pPr>
      <a:lvl3pPr marL="909638" indent="-2206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0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3pPr>
      <a:lvl4pPr marL="1246188" indent="-22225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rgbClr val="AAAAAA"/>
        </a:buClr>
        <a:buFont typeface="Courier New" panose="02070309020205020404" pitchFamily="49" charset="0"/>
        <a:buChar char="o"/>
        <a:defRPr sz="10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364633" y="362515"/>
            <a:ext cx="7930595" cy="85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content page title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64633" y="1706880"/>
            <a:ext cx="792696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sz="1000" dirty="0"/>
              <a:t>Fourth level</a:t>
            </a:r>
            <a:endParaRPr lang="en-US" dirty="0"/>
          </a:p>
        </p:txBody>
      </p:sp>
      <p:sp>
        <p:nvSpPr>
          <p:cNvPr id="16" name="TextBox 15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3" name="TextBox 12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9" name="fl" descr="                              Dell - Internal Use - Confidential&#10;"/>
          <p:cNvSpPr txBox="1"/>
          <p:nvPr/>
        </p:nvSpPr>
        <p:spPr>
          <a:xfrm>
            <a:off x="0" y="6535928"/>
            <a:ext cx="9144000" cy="3534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>
                <a:solidFill>
                  <a:srgbClr val="7F7F7F"/>
                </a:solidFill>
                <a:latin typeface="museo sans for dell" panose="02000000000000000000" pitchFamily="2" charset="0"/>
              </a:rPr>
              <a:t>                              Dell - Internal Use - Confidential</a:t>
            </a:r>
          </a:p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850" b="1" i="0" u="none" baseline="0" dirty="0">
              <a:solidFill>
                <a:srgbClr val="7F7F7F"/>
              </a:solidFill>
              <a:latin typeface="museo sans for dell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274" y="6570392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900" kern="12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900" kern="12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 descr="dell_gray_logo.png"/>
          <p:cNvPicPr>
            <a:picLocks noChangeAspect="1"/>
          </p:cNvPicPr>
          <p:nvPr/>
        </p:nvPicPr>
        <p:blipFill>
          <a:blip r:embed="rId15" cstate="screen"/>
          <a:stretch>
            <a:fillRect/>
          </a:stretch>
        </p:blipFill>
        <p:spPr bwMode="black">
          <a:xfrm>
            <a:off x="8426047" y="6255468"/>
            <a:ext cx="470835" cy="47083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rgbClr val="74CAC7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575854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357" r:id="rId1"/>
    <p:sldLayoutId id="2147484282" r:id="rId2"/>
    <p:sldLayoutId id="2147484283" r:id="rId3"/>
    <p:sldLayoutId id="2147484284" r:id="rId4"/>
    <p:sldLayoutId id="2147484285" r:id="rId5"/>
    <p:sldLayoutId id="2147484286" r:id="rId6"/>
    <p:sldLayoutId id="2147484287" r:id="rId7"/>
    <p:sldLayoutId id="2147484288" r:id="rId8"/>
    <p:sldLayoutId id="2147484356" r:id="rId9"/>
    <p:sldLayoutId id="2147484370" r:id="rId10"/>
    <p:sldLayoutId id="2147484371" r:id="rId11"/>
    <p:sldLayoutId id="2147484372" r:id="rId12"/>
    <p:sldLayoutId id="2147484373" r:id="rId13"/>
  </p:sldLayoutIdLst>
  <p:transition spd="med">
    <p:wipe dir="r"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 cap="none" baseline="0">
          <a:solidFill>
            <a:schemeClr val="bg2"/>
          </a:solidFill>
          <a:latin typeface="Museo Sans For Dell" panose="02000000000000000000" pitchFamily="2" charset="0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Clr>
          <a:srgbClr val="AAAAAA"/>
        </a:buClr>
        <a:buFont typeface="Arial" pitchFamily="34" charset="0"/>
        <a:buChar char="•"/>
        <a:defRPr sz="1400">
          <a:solidFill>
            <a:schemeClr val="bg2"/>
          </a:solidFill>
          <a:latin typeface="Museo Sans For Dell" pitchFamily="2" charset="0"/>
          <a:ea typeface="Museo Sans For Dell" pitchFamily="2" charset="0"/>
          <a:cs typeface="+mn-cs"/>
        </a:defRPr>
      </a:lvl1pPr>
      <a:lvl2pPr marL="574675" indent="-2333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2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2pPr>
      <a:lvl3pPr marL="860425" indent="-171450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anose="02000000000000000000" pitchFamily="2" charset="0"/>
        <a:buChar char="›"/>
        <a:defRPr sz="10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3pPr>
      <a:lvl4pPr marL="1246188" indent="-22225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rgbClr val="AAAAAA"/>
        </a:buClr>
        <a:buFont typeface="Courier New" panose="02070309020205020404" pitchFamily="49" charset="0"/>
        <a:buChar char="o"/>
        <a:defRPr sz="10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364633" y="362515"/>
            <a:ext cx="7930595" cy="85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content page title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64633" y="1706880"/>
            <a:ext cx="792696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sz="1000" dirty="0"/>
              <a:t>Fourth level</a:t>
            </a:r>
            <a:endParaRPr lang="en-US" dirty="0"/>
          </a:p>
        </p:txBody>
      </p:sp>
      <p:sp>
        <p:nvSpPr>
          <p:cNvPr id="16" name="TextBox 15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3" name="TextBox 12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9" name="fl" descr="                              Dell - Internal Use - Confidential&#10;"/>
          <p:cNvSpPr txBox="1"/>
          <p:nvPr/>
        </p:nvSpPr>
        <p:spPr>
          <a:xfrm>
            <a:off x="0" y="6535928"/>
            <a:ext cx="9144000" cy="3534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>
                <a:solidFill>
                  <a:srgbClr val="7F7F7F"/>
                </a:solidFill>
                <a:latin typeface="museo sans for dell" panose="02000000000000000000" pitchFamily="2" charset="0"/>
              </a:rPr>
              <a:t>                              Dell - Internal Use - Confidential</a:t>
            </a:r>
          </a:p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850" b="1" i="0" u="none" baseline="0" dirty="0">
              <a:solidFill>
                <a:srgbClr val="7F7F7F"/>
              </a:solidFill>
              <a:latin typeface="museo sans for dell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274" y="6570392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900" kern="12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900" kern="12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 descr="dell_gray_logo.png"/>
          <p:cNvPicPr>
            <a:picLocks noChangeAspect="1"/>
          </p:cNvPicPr>
          <p:nvPr/>
        </p:nvPicPr>
        <p:blipFill>
          <a:blip r:embed="rId15" cstate="screen"/>
          <a:stretch>
            <a:fillRect/>
          </a:stretch>
        </p:blipFill>
        <p:spPr bwMode="black">
          <a:xfrm>
            <a:off x="8426047" y="6255468"/>
            <a:ext cx="470835" cy="47083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chemeClr val="accent3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269000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359" r:id="rId1"/>
    <p:sldLayoutId id="2147484290" r:id="rId2"/>
    <p:sldLayoutId id="2147484291" r:id="rId3"/>
    <p:sldLayoutId id="2147484292" r:id="rId4"/>
    <p:sldLayoutId id="2147484293" r:id="rId5"/>
    <p:sldLayoutId id="2147484294" r:id="rId6"/>
    <p:sldLayoutId id="2147484295" r:id="rId7"/>
    <p:sldLayoutId id="2147484296" r:id="rId8"/>
    <p:sldLayoutId id="2147484358" r:id="rId9"/>
    <p:sldLayoutId id="2147484374" r:id="rId10"/>
    <p:sldLayoutId id="2147484375" r:id="rId11"/>
    <p:sldLayoutId id="2147484376" r:id="rId12"/>
    <p:sldLayoutId id="2147484377" r:id="rId13"/>
  </p:sldLayoutIdLst>
  <p:transition spd="med">
    <p:wipe dir="r"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 cap="none" baseline="0">
          <a:solidFill>
            <a:schemeClr val="accent3"/>
          </a:solidFill>
          <a:latin typeface="Museo Sans For Dell" panose="02000000000000000000" pitchFamily="2" charset="0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Clr>
          <a:srgbClr val="AAAAAA"/>
        </a:buClr>
        <a:buFont typeface="Arial" pitchFamily="34" charset="0"/>
        <a:buChar char="•"/>
        <a:defRPr sz="1400">
          <a:solidFill>
            <a:schemeClr val="bg2"/>
          </a:solidFill>
          <a:latin typeface="Museo Sans For Dell" pitchFamily="2" charset="0"/>
          <a:ea typeface="Museo Sans For Dell" pitchFamily="2" charset="0"/>
          <a:cs typeface="+mn-cs"/>
        </a:defRPr>
      </a:lvl1pPr>
      <a:lvl2pPr marL="574675" indent="-2333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2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2pPr>
      <a:lvl3pPr marL="909638" indent="-2206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›"/>
        <a:defRPr sz="10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3pPr>
      <a:lvl4pPr marL="1246188" indent="-22225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rgbClr val="AAAAAA"/>
        </a:buClr>
        <a:buFont typeface="Courier New" panose="02070309020205020404" pitchFamily="49" charset="0"/>
        <a:buChar char="o"/>
        <a:defRPr sz="10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353344" y="362515"/>
            <a:ext cx="7930595" cy="85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content page title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53344" y="1706880"/>
            <a:ext cx="792696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extBox 15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3" name="TextBox 12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9" name="fl" descr="                              Dell - Internal Use - Confidential&#10;"/>
          <p:cNvSpPr txBox="1"/>
          <p:nvPr/>
        </p:nvSpPr>
        <p:spPr>
          <a:xfrm>
            <a:off x="0" y="6535928"/>
            <a:ext cx="9144000" cy="3534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>
                <a:solidFill>
                  <a:srgbClr val="7F7F7F"/>
                </a:solidFill>
                <a:latin typeface="museo sans for dell" panose="02000000000000000000" pitchFamily="2" charset="0"/>
              </a:rPr>
              <a:t>                              Dell - Internal Use - Confidential</a:t>
            </a:r>
          </a:p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850" b="1" i="0" u="none" baseline="0" dirty="0">
              <a:solidFill>
                <a:srgbClr val="7F7F7F"/>
              </a:solidFill>
              <a:latin typeface="museo sans for dell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274" y="6570392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900" kern="12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900" kern="12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 descr="dell_gray_logo.png"/>
          <p:cNvPicPr>
            <a:picLocks noChangeAspect="1"/>
          </p:cNvPicPr>
          <p:nvPr/>
        </p:nvPicPr>
        <p:blipFill>
          <a:blip r:embed="rId15" cstate="screen"/>
          <a:stretch>
            <a:fillRect/>
          </a:stretch>
        </p:blipFill>
        <p:spPr bwMode="black">
          <a:xfrm>
            <a:off x="8426047" y="6255468"/>
            <a:ext cx="470835" cy="47083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chemeClr val="accent4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999505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361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60" r:id="rId9"/>
    <p:sldLayoutId id="2147484378" r:id="rId10"/>
    <p:sldLayoutId id="2147484379" r:id="rId11"/>
    <p:sldLayoutId id="2147484380" r:id="rId12"/>
    <p:sldLayoutId id="2147484381" r:id="rId13"/>
  </p:sldLayoutIdLst>
  <p:transition spd="med">
    <p:wipe dir="r"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 cap="none" baseline="0">
          <a:solidFill>
            <a:schemeClr val="accent4"/>
          </a:solidFill>
          <a:latin typeface="Museo Sans For Dell" panose="02000000000000000000" pitchFamily="2" charset="0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Clr>
          <a:srgbClr val="AAAAAA"/>
        </a:buClr>
        <a:buFont typeface="Arial" pitchFamily="34" charset="0"/>
        <a:buChar char="•"/>
        <a:defRPr sz="1400">
          <a:solidFill>
            <a:schemeClr val="bg2"/>
          </a:solidFill>
          <a:latin typeface="Museo Sans For Dell" pitchFamily="2" charset="0"/>
          <a:ea typeface="Museo Sans For Dell" pitchFamily="2" charset="0"/>
          <a:cs typeface="+mn-cs"/>
        </a:defRPr>
      </a:lvl1pPr>
      <a:lvl2pPr marL="574675" indent="-2333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2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2pPr>
      <a:lvl3pPr marL="909638" indent="-2206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›"/>
        <a:defRPr sz="10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3pPr>
      <a:lvl4pPr marL="1246188" indent="-22225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rgbClr val="AAAAAA"/>
        </a:buClr>
        <a:buFont typeface="Courier New" panose="02070309020205020404" pitchFamily="49" charset="0"/>
        <a:buChar char="o"/>
        <a:defRPr sz="10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364633" y="362515"/>
            <a:ext cx="7930595" cy="85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content page title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64633" y="1706880"/>
            <a:ext cx="792696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extBox 15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3" name="TextBox 12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9" name="fl" descr="                              Dell - Internal Use - Confidential&#10;"/>
          <p:cNvSpPr txBox="1"/>
          <p:nvPr/>
        </p:nvSpPr>
        <p:spPr>
          <a:xfrm>
            <a:off x="0" y="6535928"/>
            <a:ext cx="9144000" cy="3534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>
                <a:solidFill>
                  <a:srgbClr val="7F7F7F"/>
                </a:solidFill>
                <a:latin typeface="museo sans for dell" panose="02000000000000000000" pitchFamily="2" charset="0"/>
              </a:rPr>
              <a:t>                              Dell - Internal Use - Confidential</a:t>
            </a:r>
          </a:p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850" b="1" i="0" u="none" baseline="0" dirty="0">
              <a:solidFill>
                <a:srgbClr val="7F7F7F"/>
              </a:solidFill>
              <a:latin typeface="museo sans for dell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274" y="6570392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900" kern="12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900" kern="12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 descr="dell_gray_logo.png"/>
          <p:cNvPicPr>
            <a:picLocks noChangeAspect="1"/>
          </p:cNvPicPr>
          <p:nvPr/>
        </p:nvPicPr>
        <p:blipFill>
          <a:blip r:embed="rId15" cstate="screen"/>
          <a:stretch>
            <a:fillRect/>
          </a:stretch>
        </p:blipFill>
        <p:spPr bwMode="black">
          <a:xfrm>
            <a:off x="8426047" y="6255468"/>
            <a:ext cx="470835" cy="47083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chemeClr val="accent5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090431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362" r:id="rId1"/>
    <p:sldLayoutId id="2147484314" r:id="rId2"/>
    <p:sldLayoutId id="2147484315" r:id="rId3"/>
    <p:sldLayoutId id="2147484316" r:id="rId4"/>
    <p:sldLayoutId id="2147484317" r:id="rId5"/>
    <p:sldLayoutId id="2147484318" r:id="rId6"/>
    <p:sldLayoutId id="2147484319" r:id="rId7"/>
    <p:sldLayoutId id="2147484320" r:id="rId8"/>
    <p:sldLayoutId id="2147484363" r:id="rId9"/>
    <p:sldLayoutId id="2147484382" r:id="rId10"/>
    <p:sldLayoutId id="2147484383" r:id="rId11"/>
    <p:sldLayoutId id="2147484384" r:id="rId12"/>
    <p:sldLayoutId id="2147484385" r:id="rId13"/>
  </p:sldLayoutIdLst>
  <p:transition spd="med">
    <p:wipe dir="r"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 cap="none" baseline="0">
          <a:solidFill>
            <a:schemeClr val="accent5"/>
          </a:solidFill>
          <a:latin typeface="Museo Sans For Dell" panose="02000000000000000000" pitchFamily="2" charset="0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Clr>
          <a:srgbClr val="AAAAAA"/>
        </a:buClr>
        <a:buFont typeface="Arial" pitchFamily="34" charset="0"/>
        <a:buChar char="•"/>
        <a:defRPr sz="1400">
          <a:solidFill>
            <a:schemeClr val="bg2"/>
          </a:solidFill>
          <a:latin typeface="Museo Sans For Dell" pitchFamily="2" charset="0"/>
          <a:ea typeface="Museo Sans For Dell" pitchFamily="2" charset="0"/>
          <a:cs typeface="+mn-cs"/>
        </a:defRPr>
      </a:lvl1pPr>
      <a:lvl2pPr marL="574675" indent="-2333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2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2pPr>
      <a:lvl3pPr marL="909638" indent="-2206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›"/>
        <a:defRPr sz="10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3pPr>
      <a:lvl4pPr marL="1195388" indent="-17145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rgbClr val="AAAAAA"/>
        </a:buClr>
        <a:buFont typeface="Courier New" panose="02070309020205020404" pitchFamily="49" charset="0"/>
        <a:buChar char="o"/>
        <a:defRPr sz="10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364633" y="362515"/>
            <a:ext cx="7930595" cy="85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content page title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64633" y="1706880"/>
            <a:ext cx="792696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extBox 15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3" name="TextBox 12" hidden="1"/>
          <p:cNvSpPr txBox="1"/>
          <p:nvPr/>
        </p:nvSpPr>
        <p:spPr>
          <a:xfrm>
            <a:off x="1895477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</a:pPr>
            <a:fld id="{E00CF047-7350-4707-AA1A-E56FA69586CC}" type="datetime1">
              <a:rPr lang="en-US" sz="9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1"/>
                </a:buClr>
              </a:pPr>
              <a:t>4/9/2019</a:t>
            </a:fld>
            <a:endParaRPr lang="en-US" sz="9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9" name="fl" descr="                              Dell - Internal Use - Confidential&#10;"/>
          <p:cNvSpPr txBox="1"/>
          <p:nvPr/>
        </p:nvSpPr>
        <p:spPr>
          <a:xfrm>
            <a:off x="0" y="6535928"/>
            <a:ext cx="9144000" cy="3534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>
                <a:solidFill>
                  <a:srgbClr val="7F7F7F"/>
                </a:solidFill>
                <a:latin typeface="museo sans for dell" panose="02000000000000000000" pitchFamily="2" charset="0"/>
              </a:rPr>
              <a:t>                              Dell - Internal Use - Confidential</a:t>
            </a:r>
          </a:p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850" b="1" i="0" u="none" baseline="0" dirty="0">
              <a:solidFill>
                <a:srgbClr val="7F7F7F"/>
              </a:solidFill>
              <a:latin typeface="museo sans for dell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274" y="6570392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900" kern="1200" smtClean="0">
                <a:solidFill>
                  <a:schemeClr val="bg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900" kern="12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 descr="dell_gray_logo.png"/>
          <p:cNvPicPr>
            <a:picLocks noChangeAspect="1"/>
          </p:cNvPicPr>
          <p:nvPr/>
        </p:nvPicPr>
        <p:blipFill>
          <a:blip r:embed="rId11" cstate="screen"/>
          <a:stretch>
            <a:fillRect/>
          </a:stretch>
        </p:blipFill>
        <p:spPr bwMode="black">
          <a:xfrm>
            <a:off x="8426047" y="6255468"/>
            <a:ext cx="470835" cy="47083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726303"/>
            <a:ext cx="9144000" cy="131697"/>
          </a:xfrm>
          <a:prstGeom prst="rect">
            <a:avLst/>
          </a:prstGeom>
          <a:solidFill>
            <a:schemeClr val="accent6"/>
          </a:solidFill>
          <a:effectLst/>
        </p:spPr>
        <p:txBody>
          <a:bodyPr wrap="square" lIns="182880" tIns="137160" rIns="137160" bIns="13716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623770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365" r:id="rId1"/>
    <p:sldLayoutId id="2147484322" r:id="rId2"/>
    <p:sldLayoutId id="2147484323" r:id="rId3"/>
    <p:sldLayoutId id="2147484324" r:id="rId4"/>
    <p:sldLayoutId id="2147484325" r:id="rId5"/>
    <p:sldLayoutId id="2147484326" r:id="rId6"/>
    <p:sldLayoutId id="2147484327" r:id="rId7"/>
    <p:sldLayoutId id="2147484328" r:id="rId8"/>
    <p:sldLayoutId id="2147484364" r:id="rId9"/>
  </p:sldLayoutIdLst>
  <p:transition spd="med">
    <p:wipe dir="r"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 cap="none" baseline="0">
          <a:solidFill>
            <a:schemeClr val="accent6"/>
          </a:solidFill>
          <a:latin typeface="Museo Sans For Dell" panose="02000000000000000000" pitchFamily="2" charset="0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Clr>
          <a:srgbClr val="AAAAAA"/>
        </a:buClr>
        <a:buFont typeface="Arial" pitchFamily="34" charset="0"/>
        <a:buChar char="•"/>
        <a:defRPr sz="1400">
          <a:solidFill>
            <a:schemeClr val="bg2"/>
          </a:solidFill>
          <a:latin typeface="Museo Sans For Dell" pitchFamily="2" charset="0"/>
          <a:ea typeface="Museo Sans For Dell" pitchFamily="2" charset="0"/>
          <a:cs typeface="+mn-cs"/>
        </a:defRPr>
      </a:lvl1pPr>
      <a:lvl2pPr marL="574675" indent="-2333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2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2pPr>
      <a:lvl3pPr marL="909638" indent="-2206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›"/>
        <a:defRPr sz="10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3pPr>
      <a:lvl4pPr marL="1246188" indent="-22225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rgbClr val="AAAAAA"/>
        </a:buClr>
        <a:buFont typeface="Courier New" panose="02070309020205020404" pitchFamily="49" charset="0"/>
        <a:buChar char="o"/>
        <a:defRPr sz="10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274323" y="362515"/>
            <a:ext cx="7930595" cy="85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content page title. 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74323" y="1706880"/>
            <a:ext cx="792696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sz="1000" dirty="0"/>
              <a:t>Fourth level</a:t>
            </a:r>
            <a:endParaRPr lang="en-US" dirty="0"/>
          </a:p>
        </p:txBody>
      </p:sp>
      <p:sp>
        <p:nvSpPr>
          <p:cNvPr id="16" name="TextBox 15" hidden="1"/>
          <p:cNvSpPr txBox="1"/>
          <p:nvPr/>
        </p:nvSpPr>
        <p:spPr>
          <a:xfrm>
            <a:off x="1895479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85C3"/>
              </a:buClr>
            </a:pPr>
            <a:fld id="{E00CF047-7350-4707-AA1A-E56FA69586CC}" type="datetime1">
              <a:rPr lang="en-US" sz="900" smtClean="0">
                <a:solidFill>
                  <a:srgbClr val="444444">
                    <a:lumMod val="50000"/>
                    <a:lumOff val="50000"/>
                  </a:srgbClr>
                </a:solidFill>
                <a:latin typeface="Museo Sans For Dell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85C3"/>
                </a:buClr>
              </a:pPr>
              <a:t>4/9/2019</a:t>
            </a:fld>
            <a:endParaRPr lang="en-US" sz="900" dirty="0">
              <a:solidFill>
                <a:srgbClr val="444444">
                  <a:lumMod val="50000"/>
                  <a:lumOff val="50000"/>
                </a:srgbClr>
              </a:solidFill>
              <a:latin typeface="Museo Sans For Dell"/>
            </a:endParaRPr>
          </a:p>
        </p:txBody>
      </p:sp>
      <p:sp>
        <p:nvSpPr>
          <p:cNvPr id="13" name="TextBox 12" hidden="1"/>
          <p:cNvSpPr txBox="1"/>
          <p:nvPr/>
        </p:nvSpPr>
        <p:spPr>
          <a:xfrm>
            <a:off x="1895479" y="6454546"/>
            <a:ext cx="649537" cy="1246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85C3"/>
              </a:buClr>
            </a:pPr>
            <a:fld id="{E00CF047-7350-4707-AA1A-E56FA69586CC}" type="datetime1">
              <a:rPr lang="en-US" sz="900" smtClean="0">
                <a:solidFill>
                  <a:srgbClr val="444444">
                    <a:lumMod val="50000"/>
                    <a:lumOff val="50000"/>
                  </a:srgbClr>
                </a:solidFill>
                <a:latin typeface="Museo Sans For Dell"/>
              </a:rPr>
              <a:pPr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85C3"/>
                </a:buClr>
              </a:pPr>
              <a:t>4/9/2019</a:t>
            </a:fld>
            <a:endParaRPr lang="en-US" sz="900" dirty="0">
              <a:solidFill>
                <a:srgbClr val="444444">
                  <a:lumMod val="50000"/>
                  <a:lumOff val="50000"/>
                </a:srgbClr>
              </a:solidFill>
              <a:latin typeface="Museo Sans For Del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274" y="6498463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>
              <a:lnSpc>
                <a:spcPct val="90000"/>
              </a:lnSpc>
              <a:buClr>
                <a:srgbClr val="0085C3"/>
              </a:buClr>
            </a:pPr>
            <a:endParaRPr lang="en-US" sz="900" dirty="0">
              <a:solidFill>
                <a:srgbClr val="444444">
                  <a:lumMod val="50000"/>
                  <a:lumOff val="50000"/>
                </a:srgbClr>
              </a:solidFill>
              <a:latin typeface="Museo Sans For Dell"/>
            </a:endParaRPr>
          </a:p>
        </p:txBody>
      </p:sp>
      <p:sp>
        <p:nvSpPr>
          <p:cNvPr id="15" name="fl" descr="                              Dell - Internal Use - Confidential&#10;"/>
          <p:cNvSpPr txBox="1"/>
          <p:nvPr/>
        </p:nvSpPr>
        <p:spPr>
          <a:xfrm>
            <a:off x="0" y="6535928"/>
            <a:ext cx="9144000" cy="3534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850" b="1" i="0" u="none" baseline="0">
                <a:solidFill>
                  <a:srgbClr val="7F7F7F"/>
                </a:solidFill>
                <a:latin typeface="museo sans for dell" panose="02000000000000000000" pitchFamily="2" charset="0"/>
              </a:rPr>
              <a:t>                              Dell - Internal Use - Confidential</a:t>
            </a:r>
          </a:p>
          <a:p>
            <a:pPr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</a:pPr>
            <a:endParaRPr lang="en-US" sz="850" b="1" dirty="0">
              <a:solidFill>
                <a:srgbClr val="7F7F7F"/>
              </a:solidFill>
              <a:latin typeface="museo sans for dell" panose="0200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5274" y="6498463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>
              <a:lnSpc>
                <a:spcPct val="90000"/>
              </a:lnSpc>
              <a:buClr>
                <a:srgbClr val="0085C3"/>
              </a:buClr>
            </a:pPr>
            <a:endParaRPr lang="en-US" sz="900" dirty="0">
              <a:solidFill>
                <a:srgbClr val="444444">
                  <a:lumMod val="50000"/>
                  <a:lumOff val="50000"/>
                </a:srgbClr>
              </a:solidFill>
              <a:latin typeface="Museo Sans For Del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5274" y="6498463"/>
            <a:ext cx="265176" cy="1188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>
              <a:lnSpc>
                <a:spcPct val="90000"/>
              </a:lnSpc>
              <a:buClr>
                <a:srgbClr val="0085C3"/>
              </a:buClr>
            </a:pPr>
            <a:fld id="{58EC7406-F4CC-4ABF-902E-2AF4E70E5C0F}" type="slidenum">
              <a:rPr lang="en-US" sz="900" smtClean="0">
                <a:solidFill>
                  <a:srgbClr val="444444">
                    <a:lumMod val="50000"/>
                    <a:lumOff val="50000"/>
                  </a:srgbClr>
                </a:solidFill>
                <a:latin typeface="Museo Sans For Dell"/>
              </a:rPr>
              <a:pPr>
                <a:lnSpc>
                  <a:spcPct val="90000"/>
                </a:lnSpc>
                <a:buClr>
                  <a:srgbClr val="0085C3"/>
                </a:buClr>
              </a:pPr>
              <a:t>‹#›</a:t>
            </a:fld>
            <a:endParaRPr lang="en-US" sz="900" dirty="0">
              <a:solidFill>
                <a:srgbClr val="444444">
                  <a:lumMod val="50000"/>
                  <a:lumOff val="50000"/>
                </a:srgbClr>
              </a:solidFill>
              <a:latin typeface="Museo Sans For Dell"/>
            </a:endParaRPr>
          </a:p>
        </p:txBody>
      </p:sp>
      <p:pic>
        <p:nvPicPr>
          <p:cNvPr id="21" name="Picture 20" descr="dell_gray_logo.png"/>
          <p:cNvPicPr>
            <a:picLocks noChangeAspect="1"/>
          </p:cNvPicPr>
          <p:nvPr/>
        </p:nvPicPr>
        <p:blipFill>
          <a:blip r:embed="rId12" cstate="screen"/>
          <a:stretch>
            <a:fillRect/>
          </a:stretch>
        </p:blipFill>
        <p:spPr bwMode="black">
          <a:xfrm>
            <a:off x="8414830" y="6064111"/>
            <a:ext cx="470835" cy="62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945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430" r:id="rId1"/>
    <p:sldLayoutId id="2147484431" r:id="rId2"/>
    <p:sldLayoutId id="2147484432" r:id="rId3"/>
    <p:sldLayoutId id="2147484433" r:id="rId4"/>
    <p:sldLayoutId id="2147484434" r:id="rId5"/>
    <p:sldLayoutId id="2147484435" r:id="rId6"/>
    <p:sldLayoutId id="2147484436" r:id="rId7"/>
    <p:sldLayoutId id="2147484437" r:id="rId8"/>
    <p:sldLayoutId id="2147484438" r:id="rId9"/>
    <p:sldLayoutId id="2147484439" r:id="rId10"/>
  </p:sldLayoutIdLst>
  <p:transition spd="med">
    <p:wipe dir="r"/>
  </p:transition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0" cap="none" baseline="0">
          <a:solidFill>
            <a:schemeClr val="bg1"/>
          </a:solidFill>
          <a:latin typeface="Museo Sans For Dell" panose="02000000000000000000" pitchFamily="2" charset="0"/>
          <a:ea typeface="Museo Sans For Dell" panose="02000000000000000000" pitchFamily="2" charset="0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 Black" pitchFamily="34" charset="0"/>
        </a:defRPr>
      </a:lvl5pPr>
      <a:lvl6pPr marL="4572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6pPr>
      <a:lvl7pPr marL="9144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7pPr>
      <a:lvl8pPr marL="13716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8pPr>
      <a:lvl9pPr marL="1828800" algn="l" rtl="0" eaLnBrk="1" fontAlgn="base" hangingPunct="1">
        <a:lnSpc>
          <a:spcPct val="70000"/>
        </a:lnSpc>
        <a:spcBef>
          <a:spcPct val="0"/>
        </a:spcBef>
        <a:spcAft>
          <a:spcPct val="0"/>
        </a:spcAft>
        <a:defRPr sz="4400" b="1">
          <a:solidFill>
            <a:schemeClr val="accent1"/>
          </a:solidFill>
          <a:latin typeface="Arial Black" pitchFamily="34" charset="0"/>
        </a:defRPr>
      </a:lvl9pPr>
    </p:titleStyle>
    <p:bodyStyle>
      <a:lvl1pPr marL="228600" indent="-228600" algn="l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Clr>
          <a:srgbClr val="AAAAAA"/>
        </a:buClr>
        <a:buFont typeface="Arial" pitchFamily="34" charset="0"/>
        <a:buChar char="•"/>
        <a:defRPr sz="1400">
          <a:solidFill>
            <a:schemeClr val="bg2"/>
          </a:solidFill>
          <a:latin typeface="Museo Sans For Dell" pitchFamily="2" charset="0"/>
          <a:ea typeface="Museo Sans For Dell" pitchFamily="2" charset="0"/>
          <a:cs typeface="+mn-cs"/>
        </a:defRPr>
      </a:lvl1pPr>
      <a:lvl2pPr marL="574675" indent="-2333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–"/>
        <a:defRPr sz="12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2pPr>
      <a:lvl3pPr marL="909638" indent="-220663" algn="l" rtl="0" eaLnBrk="1" fontAlgn="base" hangingPunct="1">
        <a:lnSpc>
          <a:spcPct val="100000"/>
        </a:lnSpc>
        <a:spcBef>
          <a:spcPts val="300"/>
        </a:spcBef>
        <a:spcAft>
          <a:spcPts val="0"/>
        </a:spcAft>
        <a:buClr>
          <a:srgbClr val="AAAAAA"/>
        </a:buClr>
        <a:buFont typeface="Museo Sans For Dell" pitchFamily="2" charset="0"/>
        <a:buChar char="›"/>
        <a:defRPr sz="10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3pPr>
      <a:lvl4pPr marL="1246188" indent="-222250" algn="l" rtl="0" eaLnBrk="1" fontAlgn="base" hangingPunct="1">
        <a:lnSpc>
          <a:spcPct val="90000"/>
        </a:lnSpc>
        <a:spcBef>
          <a:spcPts val="300"/>
        </a:spcBef>
        <a:spcAft>
          <a:spcPts val="0"/>
        </a:spcAft>
        <a:buClr>
          <a:srgbClr val="AAAAAA"/>
        </a:buClr>
        <a:buFont typeface="Courier New" panose="02070309020205020404" pitchFamily="49" charset="0"/>
        <a:buChar char="o"/>
        <a:defRPr sz="1000" baseline="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4pPr>
      <a:lvl5pPr marL="1608138" indent="-236538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bg1"/>
        </a:buClr>
        <a:buFont typeface="Museo For Dell 300" pitchFamily="50" charset="0"/>
        <a:buChar char="–"/>
        <a:defRPr sz="1800">
          <a:solidFill>
            <a:schemeClr val="bg2"/>
          </a:solidFill>
          <a:latin typeface="Museo Sans For Dell" pitchFamily="2" charset="0"/>
          <a:ea typeface="Museo Sans For Dell" pitchFamily="2" charset="0"/>
        </a:defRPr>
      </a:lvl5pPr>
      <a:lvl6pPr marL="20653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6pPr>
      <a:lvl7pPr marL="25225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7pPr>
      <a:lvl8pPr marL="29797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8pPr>
      <a:lvl9pPr marL="3436938" indent="-236538" algn="l" rtl="0" eaLnBrk="1" fontAlgn="base" hangingPunct="1">
        <a:lnSpc>
          <a:spcPct val="95000"/>
        </a:lnSpc>
        <a:spcBef>
          <a:spcPct val="30000"/>
        </a:spcBef>
        <a:spcAft>
          <a:spcPct val="0"/>
        </a:spcAft>
        <a:buClr>
          <a:schemeClr val="accent1"/>
        </a:buClr>
        <a:buFont typeface="Arial" charset="0"/>
        <a:buChar char="–"/>
        <a:defRPr sz="16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084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3776" y="338329"/>
            <a:ext cx="5981304" cy="171139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cs typeface="Microsoft Tai Le" panose="020B0502040204020203" pitchFamily="34" charset="0"/>
              </a:rPr>
              <a:t>Working With Python Data Types</a:t>
            </a:r>
            <a:br>
              <a:rPr lang="en-US" sz="4000" dirty="0">
                <a:cs typeface="Microsoft Tai Le" panose="020B0502040204020203" pitchFamily="34" charset="0"/>
              </a:rPr>
            </a:br>
            <a:br>
              <a:rPr lang="en-US" sz="4000" dirty="0">
                <a:cs typeface="Microsoft Tai Le" panose="020B0502040204020203" pitchFamily="34" charset="0"/>
              </a:rPr>
            </a:br>
            <a:br>
              <a:rPr lang="en-US" sz="4000" dirty="0">
                <a:cs typeface="Microsoft Tai Le" panose="020B0502040204020203" pitchFamily="34" charset="0"/>
              </a:rPr>
            </a:br>
            <a:br>
              <a:rPr lang="en-US" sz="4000" dirty="0">
                <a:cs typeface="Microsoft Tai Le" panose="020B0502040204020203" pitchFamily="34" charset="0"/>
              </a:rPr>
            </a:br>
            <a:br>
              <a:rPr lang="en-US" sz="4000" dirty="0">
                <a:cs typeface="Microsoft Tai Le" panose="020B0502040204020203" pitchFamily="34" charset="0"/>
              </a:rPr>
            </a:br>
            <a:br>
              <a:rPr lang="en-US" sz="4000" dirty="0">
                <a:cs typeface="Microsoft Tai Le" panose="020B0502040204020203" pitchFamily="34" charset="0"/>
              </a:rPr>
            </a:br>
            <a:br>
              <a:rPr lang="en-US" sz="4000" dirty="0">
                <a:cs typeface="Microsoft Tai Le" panose="020B0502040204020203" pitchFamily="34" charset="0"/>
              </a:rPr>
            </a:br>
            <a:br>
              <a:rPr lang="en-US" sz="4000" dirty="0">
                <a:cs typeface="Microsoft Tai Le" panose="020B0502040204020203" pitchFamily="34" charset="0"/>
              </a:rPr>
            </a:br>
            <a:r>
              <a:rPr lang="en-US" sz="2700" dirty="0">
                <a:cs typeface="Microsoft Tai Le" panose="020B0502040204020203" pitchFamily="34" charset="0"/>
              </a:rPr>
              <a:t>SHOAIB AKHTAR</a:t>
            </a:r>
          </a:p>
        </p:txBody>
      </p:sp>
    </p:spTree>
    <p:extLst>
      <p:ext uri="{BB962C8B-B14F-4D97-AF65-F5344CB8AC3E}">
        <p14:creationId xmlns:p14="http://schemas.microsoft.com/office/powerpoint/2010/main" val="1292460572"/>
      </p:ext>
    </p:extLst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br>
              <a:rPr lang="en-US" sz="800" dirty="0"/>
            </a:br>
            <a:r>
              <a:rPr lang="en-US" sz="2800" dirty="0"/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9632" y="1115123"/>
            <a:ext cx="7871254" cy="452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AutoNum type="arabicPeriod"/>
            </a:pPr>
            <a:endParaRPr lang="en-US" sz="700" dirty="0">
              <a:solidFill>
                <a:schemeClr val="bg2"/>
              </a:solidFill>
              <a:latin typeface="Museo Sans For Dell" pitchFamily="2" charset="0"/>
              <a:ea typeface="Museo Sans For Dell" pitchFamily="2" charset="0"/>
            </a:endParaRP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AutoNum type="arabicPeriod"/>
            </a:pPr>
            <a:endParaRPr lang="en-US" sz="700" dirty="0">
              <a:solidFill>
                <a:schemeClr val="bg2"/>
              </a:solidFill>
              <a:latin typeface="Museo Sans For Dell" pitchFamily="2" charset="0"/>
              <a:ea typeface="Museo Sans For Dell" pitchFamily="2" charset="0"/>
            </a:endParaRP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Tx/>
              <a:buAutoNum type="arabicPeriod"/>
            </a:pPr>
            <a:r>
              <a:rPr lang="en-US" sz="2000" b="1" dirty="0">
                <a:solidFill>
                  <a:schemeClr val="bg2"/>
                </a:solidFill>
                <a:latin typeface="Museo Sans For Dell" pitchFamily="2" charset="0"/>
                <a:ea typeface="Museo Sans For Dell" pitchFamily="2" charset="0"/>
              </a:rPr>
              <a:t>List</a:t>
            </a:r>
            <a:endParaRPr lang="en-US" sz="2000" dirty="0">
              <a:solidFill>
                <a:schemeClr val="bg2"/>
              </a:solidFill>
              <a:latin typeface="Museo Sans For Dell" pitchFamily="2" charset="0"/>
              <a:ea typeface="Museo Sans For Dell" pitchFamily="2" charset="0"/>
            </a:endParaRP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FontTx/>
              <a:buAutoNum type="arabicPeriod"/>
            </a:pPr>
            <a:r>
              <a:rPr lang="en-US" sz="2000" b="1" dirty="0">
                <a:solidFill>
                  <a:schemeClr val="bg2"/>
                </a:solidFill>
                <a:latin typeface="Museo Sans For Dell" pitchFamily="2" charset="0"/>
                <a:ea typeface="Museo Sans For Dell" pitchFamily="2" charset="0"/>
              </a:rPr>
              <a:t>tuple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AutoNum type="arabicPeriod"/>
            </a:pPr>
            <a:r>
              <a:rPr lang="en-US" sz="2000" b="1" dirty="0" err="1">
                <a:solidFill>
                  <a:schemeClr val="bg2"/>
                </a:solidFill>
                <a:latin typeface="Museo Sans For Dell" pitchFamily="2" charset="0"/>
                <a:ea typeface="Museo Sans For Dell" pitchFamily="2" charset="0"/>
              </a:rPr>
              <a:t>dict</a:t>
            </a:r>
            <a:endParaRPr lang="en-US" sz="2000" b="1" dirty="0">
              <a:solidFill>
                <a:schemeClr val="bg2"/>
              </a:solidFill>
              <a:latin typeface="Museo Sans For Dell" pitchFamily="2" charset="0"/>
              <a:ea typeface="Museo Sans For Dell" pitchFamily="2" charset="0"/>
            </a:endParaRP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AutoNum type="arabicPeriod"/>
            </a:pPr>
            <a:r>
              <a:rPr lang="en-US" sz="2000" b="1" dirty="0">
                <a:solidFill>
                  <a:schemeClr val="bg2"/>
                </a:solidFill>
                <a:latin typeface="Museo Sans For Dell" pitchFamily="2" charset="0"/>
                <a:ea typeface="Museo Sans For Dell" pitchFamily="2" charset="0"/>
              </a:rPr>
              <a:t>set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AutoNum type="arabicPeriod"/>
            </a:pPr>
            <a:r>
              <a:rPr lang="en-US" sz="2000" b="1" dirty="0">
                <a:solidFill>
                  <a:schemeClr val="bg2"/>
                </a:solidFill>
                <a:latin typeface="Museo Sans For Dell" pitchFamily="2" charset="0"/>
                <a:ea typeface="Museo Sans For Dell" pitchFamily="2" charset="0"/>
              </a:rPr>
              <a:t>What to Use and When?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AutoNum type="arabicPeriod"/>
            </a:pPr>
            <a:r>
              <a:rPr lang="en-US" sz="2000" b="1" dirty="0">
                <a:solidFill>
                  <a:schemeClr val="bg2"/>
                </a:solidFill>
                <a:latin typeface="Museo Sans For Dell" pitchFamily="2" charset="0"/>
                <a:ea typeface="Museo Sans For Dell" pitchFamily="2" charset="0"/>
              </a:rPr>
              <a:t>Problem Solving with Data Structure</a:t>
            </a:r>
            <a:endParaRPr lang="en-US" sz="1600" dirty="0">
              <a:solidFill>
                <a:schemeClr val="bg2"/>
              </a:solidFill>
              <a:latin typeface="Museo Sans For Dell" pitchFamily="2" charset="0"/>
              <a:ea typeface="Museo Sans For Dell" pitchFamily="2" charset="0"/>
            </a:endParaRP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AutoNum type="arabicPeriod"/>
            </a:pPr>
            <a:endParaRPr lang="en-US" sz="1600" dirty="0">
              <a:solidFill>
                <a:schemeClr val="bg2"/>
              </a:solidFill>
              <a:latin typeface="Museo Sans For Dell" pitchFamily="2" charset="0"/>
              <a:ea typeface="Museo Sans For Dell" pitchFamily="2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</a:pPr>
            <a:endParaRPr lang="en-US" sz="1600" dirty="0">
              <a:solidFill>
                <a:schemeClr val="bg2"/>
              </a:solidFill>
              <a:latin typeface="Museo Sans For Dell" pitchFamily="2" charset="0"/>
              <a:ea typeface="Museo Sans For Dell" pitchFamily="2" charset="0"/>
            </a:endParaRP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AutoNum type="arabicPeriod"/>
            </a:pPr>
            <a:endParaRPr lang="en-US" sz="1600" dirty="0">
              <a:solidFill>
                <a:schemeClr val="bg2"/>
              </a:solidFill>
              <a:latin typeface="Museo Sans For Dell" pitchFamily="2" charset="0"/>
              <a:ea typeface="Museo Sans For Dell" pitchFamily="2" charset="0"/>
            </a:endParaRP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buAutoNum type="arabicPeriod"/>
            </a:pPr>
            <a:endParaRPr lang="en-US" sz="1600" dirty="0">
              <a:solidFill>
                <a:schemeClr val="bg2"/>
              </a:solidFill>
              <a:latin typeface="Museo Sans For Dell" pitchFamily="2" charset="0"/>
              <a:ea typeface="Museo Sans For De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783348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886968"/>
            <a:ext cx="8229600" cy="514807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Conditional Statements</a:t>
            </a:r>
          </a:p>
          <a:p>
            <a:endParaRPr lang="en-US" b="1" dirty="0"/>
          </a:p>
          <a:p>
            <a:r>
              <a:rPr lang="en-US" b="1" dirty="0"/>
              <a:t>Looping – for ,while loop</a:t>
            </a:r>
          </a:p>
          <a:p>
            <a:endParaRPr lang="en-US" dirty="0"/>
          </a:p>
          <a:p>
            <a:r>
              <a:rPr lang="en-US" b="1" dirty="0"/>
              <a:t>Passing arguments – </a:t>
            </a:r>
            <a:r>
              <a:rPr lang="en-US" b="1" dirty="0" err="1"/>
              <a:t>sys.argv</a:t>
            </a:r>
            <a:r>
              <a:rPr lang="en-US" b="1" dirty="0"/>
              <a:t>[]</a:t>
            </a:r>
          </a:p>
          <a:p>
            <a:endParaRPr lang="en-US" dirty="0"/>
          </a:p>
          <a:p>
            <a:r>
              <a:rPr lang="en-US" b="1" dirty="0"/>
              <a:t>Numbers</a:t>
            </a:r>
          </a:p>
          <a:p>
            <a:endParaRPr lang="en-US" b="1" dirty="0"/>
          </a:p>
          <a:p>
            <a:r>
              <a:rPr lang="en-US" b="1" dirty="0"/>
              <a:t>Strings</a:t>
            </a:r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b="1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4633" y="362515"/>
            <a:ext cx="7930595" cy="524453"/>
          </a:xfrm>
        </p:spPr>
        <p:txBody>
          <a:bodyPr/>
          <a:lstStyle/>
          <a:p>
            <a:r>
              <a:rPr lang="en-US" dirty="0"/>
              <a:t>Basic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7439" y="3305890"/>
            <a:ext cx="17091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i="1" dirty="0">
                <a:latin typeface="Birka-Italic"/>
              </a:rPr>
              <a:t>Arrays of object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022473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886968"/>
            <a:ext cx="8229600" cy="514807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Comma-separated values (items) between square bracket</a:t>
            </a:r>
          </a:p>
          <a:p>
            <a:pPr lvl="1"/>
            <a:r>
              <a:rPr lang="da-DK" dirty="0"/>
              <a:t>list1 = [1, 2, 3, 4, 5]</a:t>
            </a:r>
            <a:endParaRPr lang="en-US" dirty="0"/>
          </a:p>
          <a:p>
            <a:r>
              <a:rPr lang="en-US" b="1" dirty="0"/>
              <a:t>Traversing List – for ,while loop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List common supported Operations</a:t>
            </a:r>
          </a:p>
          <a:p>
            <a:pPr lvl="1"/>
            <a:r>
              <a:rPr lang="en-US" dirty="0" err="1"/>
              <a:t>len</a:t>
            </a:r>
            <a:r>
              <a:rPr lang="en-US" dirty="0"/>
              <a:t>, max, min</a:t>
            </a:r>
          </a:p>
          <a:p>
            <a:pPr lvl="1"/>
            <a:endParaRPr lang="en-US" dirty="0"/>
          </a:p>
          <a:p>
            <a:r>
              <a:rPr lang="en-US" b="1" dirty="0"/>
              <a:t>list() Method </a:t>
            </a:r>
          </a:p>
          <a:p>
            <a:pPr lvl="1"/>
            <a:r>
              <a:rPr lang="en-US" dirty="0"/>
              <a:t>append(), count(), index(), sort(), remove(), reverse()</a:t>
            </a:r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b="1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4633" y="362515"/>
            <a:ext cx="7930595" cy="524453"/>
          </a:xfrm>
        </p:spPr>
        <p:txBody>
          <a:bodyPr/>
          <a:lstStyle/>
          <a:p>
            <a:r>
              <a:rPr lang="en-US" dirty="0"/>
              <a:t>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7439" y="3305890"/>
            <a:ext cx="17091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i="1" dirty="0">
                <a:latin typeface="Birka-Italic"/>
              </a:rPr>
              <a:t>Arrays of object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396863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886968"/>
            <a:ext cx="8229600" cy="514807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Comma-separated values (items) between parentheses </a:t>
            </a:r>
          </a:p>
          <a:p>
            <a:pPr lvl="1"/>
            <a:r>
              <a:rPr lang="da-DK" dirty="0"/>
              <a:t>tuple1 = (1, 2, 3, 4, 5)</a:t>
            </a:r>
            <a:endParaRPr lang="en-US" dirty="0"/>
          </a:p>
          <a:p>
            <a:r>
              <a:rPr lang="en-US" b="1" dirty="0"/>
              <a:t>Traversing List – for ,while loop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tuple common supported Operations</a:t>
            </a:r>
          </a:p>
          <a:p>
            <a:pPr lvl="1"/>
            <a:r>
              <a:rPr lang="en-US" dirty="0" err="1"/>
              <a:t>len</a:t>
            </a:r>
            <a:r>
              <a:rPr lang="en-US" dirty="0"/>
              <a:t>, max, min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b="1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4633" y="362515"/>
            <a:ext cx="7930595" cy="524453"/>
          </a:xfrm>
        </p:spPr>
        <p:txBody>
          <a:bodyPr/>
          <a:lstStyle/>
          <a:p>
            <a:r>
              <a:rPr lang="en-US" dirty="0"/>
              <a:t>tuple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7439" y="3305890"/>
            <a:ext cx="17091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i="1" dirty="0">
                <a:latin typeface="Birka-Italic"/>
              </a:rPr>
              <a:t>Arrays of object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32358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886968"/>
            <a:ext cx="8229600" cy="514807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Comma-separated </a:t>
            </a:r>
            <a:r>
              <a:rPr lang="en-US" b="1" dirty="0" err="1"/>
              <a:t>key:value</a:t>
            </a:r>
            <a:r>
              <a:rPr lang="en-US" b="1" dirty="0"/>
              <a:t> (items) between curly bracket</a:t>
            </a:r>
          </a:p>
          <a:p>
            <a:pPr lvl="1"/>
            <a:r>
              <a:rPr lang="da-DK" dirty="0"/>
              <a:t>dict1 = {”A”:1,”B”: 2,”C”: 3,”C”: 4}</a:t>
            </a:r>
            <a:endParaRPr lang="en-US" dirty="0"/>
          </a:p>
          <a:p>
            <a:r>
              <a:rPr lang="en-US" b="1" dirty="0"/>
              <a:t>Traversing List – for ,while loop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List common supported Operations</a:t>
            </a:r>
          </a:p>
          <a:p>
            <a:pPr lvl="1"/>
            <a:r>
              <a:rPr lang="en-US" dirty="0" err="1"/>
              <a:t>len</a:t>
            </a:r>
            <a:r>
              <a:rPr lang="en-US" dirty="0"/>
              <a:t>, </a:t>
            </a:r>
            <a:r>
              <a:rPr lang="en-US" dirty="0" err="1"/>
              <a:t>str</a:t>
            </a:r>
            <a:r>
              <a:rPr lang="en-US" dirty="0"/>
              <a:t>, type, </a:t>
            </a:r>
            <a:r>
              <a:rPr lang="en-US" dirty="0" err="1"/>
              <a:t>str</a:t>
            </a:r>
            <a:endParaRPr lang="en-US" dirty="0"/>
          </a:p>
          <a:p>
            <a:pPr lvl="1"/>
            <a:endParaRPr lang="en-US" dirty="0"/>
          </a:p>
          <a:p>
            <a:r>
              <a:rPr lang="en-US" b="1" dirty="0" err="1"/>
              <a:t>dict</a:t>
            </a:r>
            <a:r>
              <a:rPr lang="en-US" b="1" dirty="0"/>
              <a:t>() Method </a:t>
            </a:r>
          </a:p>
          <a:p>
            <a:pPr lvl="1"/>
            <a:r>
              <a:rPr lang="en-US" dirty="0"/>
              <a:t>items(), keys(), update(), values()</a:t>
            </a:r>
            <a:endParaRPr lang="en-US" b="1" dirty="0"/>
          </a:p>
          <a:p>
            <a:pPr lvl="1"/>
            <a:endParaRPr lang="en-US" b="1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4633" y="362515"/>
            <a:ext cx="7930595" cy="524453"/>
          </a:xfrm>
        </p:spPr>
        <p:txBody>
          <a:bodyPr/>
          <a:lstStyle/>
          <a:p>
            <a:r>
              <a:rPr lang="en-US" dirty="0" err="1"/>
              <a:t>dict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717439" y="3305890"/>
            <a:ext cx="17091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i="1" dirty="0">
                <a:latin typeface="Birka-Italic"/>
              </a:rPr>
              <a:t>Arrays of object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482476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886968"/>
            <a:ext cx="8229600" cy="514807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Comma-separated values(items) between curly bracket (unique)</a:t>
            </a:r>
          </a:p>
          <a:p>
            <a:pPr lvl="1"/>
            <a:r>
              <a:rPr lang="da-DK" dirty="0"/>
              <a:t>set1 = {1,2,3,4}</a:t>
            </a:r>
            <a:endParaRPr lang="en-US" dirty="0"/>
          </a:p>
          <a:p>
            <a:pPr marL="341312" lvl="1" indent="0">
              <a:buNone/>
            </a:pPr>
            <a:endParaRPr lang="en-US" dirty="0"/>
          </a:p>
          <a:p>
            <a:r>
              <a:rPr lang="en-US" b="1" dirty="0"/>
              <a:t>set() Method </a:t>
            </a:r>
          </a:p>
          <a:p>
            <a:pPr lvl="1"/>
            <a:r>
              <a:rPr lang="en-US" dirty="0"/>
              <a:t>items(), keys(), update(), values()</a:t>
            </a:r>
            <a:endParaRPr lang="en-US" b="1" dirty="0"/>
          </a:p>
          <a:p>
            <a:pPr lvl="1"/>
            <a:endParaRPr lang="en-US" b="1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4633" y="362515"/>
            <a:ext cx="7930595" cy="524453"/>
          </a:xfrm>
        </p:spPr>
        <p:txBody>
          <a:bodyPr/>
          <a:lstStyle/>
          <a:p>
            <a:r>
              <a:rPr lang="en-US" dirty="0"/>
              <a:t>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7439" y="3305890"/>
            <a:ext cx="17091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i="1" dirty="0">
                <a:latin typeface="Birka-Italic"/>
              </a:rPr>
              <a:t>Arrays of object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803782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886968"/>
            <a:ext cx="8229600" cy="514807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String Conversion </a:t>
            </a:r>
          </a:p>
          <a:p>
            <a:pPr lvl="1"/>
            <a:r>
              <a:rPr lang="en-US" dirty="0" err="1"/>
              <a:t>Str</a:t>
            </a:r>
            <a:r>
              <a:rPr lang="en-US" dirty="0"/>
              <a:t> = “This is a Test”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. &gt; Convert all characters to uppercase</a:t>
            </a:r>
          </a:p>
          <a:p>
            <a:pPr marL="341312" lvl="1" indent="0">
              <a:buNone/>
            </a:pPr>
            <a:r>
              <a:rPr lang="en-US" dirty="0"/>
              <a:t>     ii.&gt; Get the last word of the sentence</a:t>
            </a:r>
          </a:p>
          <a:p>
            <a:pPr marL="341312" lvl="1" indent="0">
              <a:buNone/>
            </a:pPr>
            <a:endParaRPr lang="en-US" b="1" dirty="0"/>
          </a:p>
          <a:p>
            <a:r>
              <a:rPr lang="en-US" b="1" dirty="0"/>
              <a:t>Word indexing and Count </a:t>
            </a:r>
          </a:p>
          <a:p>
            <a:pPr lvl="1"/>
            <a:r>
              <a:rPr lang="en-US" dirty="0" err="1"/>
              <a:t>Str</a:t>
            </a:r>
            <a:r>
              <a:rPr lang="en-US" dirty="0"/>
              <a:t> = “This is a Test”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. &gt; Create a dictionary of character with index first appearance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 . {“T”:1,”h”:2 …}</a:t>
            </a:r>
          </a:p>
          <a:p>
            <a:pPr lvl="1"/>
            <a:r>
              <a:rPr lang="en-US" dirty="0"/>
              <a:t>ii.&gt; Character with count</a:t>
            </a:r>
          </a:p>
          <a:p>
            <a:pPr marL="341312" lvl="1" indent="0">
              <a:buNone/>
            </a:pPr>
            <a:endParaRPr lang="en-US" b="1" dirty="0"/>
          </a:p>
          <a:p>
            <a:pPr marL="341312" lvl="1" indent="0">
              <a:buNone/>
            </a:pPr>
            <a:endParaRPr lang="en-US" b="1" dirty="0"/>
          </a:p>
          <a:p>
            <a:pPr lvl="1"/>
            <a:endParaRPr lang="en-US" b="1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4633" y="362515"/>
            <a:ext cx="7930595" cy="524453"/>
          </a:xfrm>
        </p:spPr>
        <p:txBody>
          <a:bodyPr/>
          <a:lstStyle/>
          <a:p>
            <a:r>
              <a:rPr lang="en-US" dirty="0"/>
              <a:t>Problem Solving - 01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7439" y="3305890"/>
            <a:ext cx="17091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i="1" dirty="0">
                <a:latin typeface="Birka-Italic"/>
              </a:rPr>
              <a:t>Arrays of object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231057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886968"/>
            <a:ext cx="8229600" cy="514807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Number List</a:t>
            </a:r>
          </a:p>
          <a:p>
            <a:pPr lvl="1"/>
            <a:r>
              <a:rPr lang="en-US" dirty="0"/>
              <a:t>list1 = [1,2,3,6,7,2…]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. &gt; Get the last numbers in the list</a:t>
            </a:r>
          </a:p>
          <a:p>
            <a:pPr marL="341312" lvl="1" indent="0">
              <a:buNone/>
            </a:pPr>
            <a:r>
              <a:rPr lang="en-US" dirty="0"/>
              <a:t>     ii.&gt; Sort the list and reverse it</a:t>
            </a:r>
          </a:p>
          <a:p>
            <a:pPr marL="341312" lvl="1" indent="0">
              <a:buNone/>
            </a:pPr>
            <a:endParaRPr lang="en-US" b="1" dirty="0"/>
          </a:p>
          <a:p>
            <a:r>
              <a:rPr lang="en-US" b="1" dirty="0"/>
              <a:t>Number list to unique items</a:t>
            </a:r>
          </a:p>
          <a:p>
            <a:pPr lvl="1"/>
            <a:r>
              <a:rPr lang="en-US" dirty="0"/>
              <a:t>list1 = [1,2,3,2,6, ..]</a:t>
            </a:r>
          </a:p>
          <a:p>
            <a:pPr lvl="1"/>
            <a:r>
              <a:rPr lang="en-US" dirty="0"/>
              <a:t>List2 =[2,1,7,8,9..]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. &gt; Find the common numbers in both list</a:t>
            </a:r>
          </a:p>
          <a:p>
            <a:pPr lvl="1"/>
            <a:r>
              <a:rPr lang="en-US" dirty="0"/>
              <a:t>Ii &gt; Remove the repetitive number in both</a:t>
            </a:r>
          </a:p>
          <a:p>
            <a:pPr marL="341312" lvl="1" indent="0">
              <a:buNone/>
            </a:pPr>
            <a:endParaRPr lang="en-US" dirty="0"/>
          </a:p>
          <a:p>
            <a:pPr marL="341312" lvl="1" indent="0">
              <a:buNone/>
            </a:pPr>
            <a:endParaRPr lang="en-US" dirty="0"/>
          </a:p>
          <a:p>
            <a:pPr lvl="1"/>
            <a:endParaRPr lang="en-US" b="1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4633" y="362515"/>
            <a:ext cx="7930595" cy="524453"/>
          </a:xfrm>
        </p:spPr>
        <p:txBody>
          <a:bodyPr/>
          <a:lstStyle/>
          <a:p>
            <a:r>
              <a:rPr lang="en-US" dirty="0"/>
              <a:t>Problem Solving - 02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7439" y="3305890"/>
            <a:ext cx="17091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i="1" dirty="0">
                <a:latin typeface="Birka-Italic"/>
              </a:rPr>
              <a:t>Arrays of object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332726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886968"/>
            <a:ext cx="8229600" cy="514807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Word Shuffle</a:t>
            </a:r>
          </a:p>
          <a:p>
            <a:pPr lvl="1"/>
            <a:r>
              <a:rPr lang="en-US" dirty="0"/>
              <a:t>sentence =“This is RED color … This is a BLUE color”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&gt; Replace all RED with BLUE and BLUE with RED</a:t>
            </a:r>
          </a:p>
          <a:p>
            <a:pPr lvl="1"/>
            <a:r>
              <a:rPr lang="en-US" dirty="0"/>
              <a:t>Ii&gt; Find the highest repetitive word in the sentence</a:t>
            </a:r>
          </a:p>
          <a:p>
            <a:pPr lvl="1"/>
            <a:r>
              <a:rPr lang="en-US" dirty="0"/>
              <a:t>Iii &gt; Find the Second highest</a:t>
            </a:r>
          </a:p>
          <a:p>
            <a:pPr lvl="1"/>
            <a:r>
              <a:rPr lang="en-US" dirty="0"/>
              <a:t>Iv &gt; Remove the repetitive words and it should have only unique</a:t>
            </a:r>
          </a:p>
          <a:p>
            <a:pPr marL="341312" lvl="1" indent="0">
              <a:buNone/>
            </a:pPr>
            <a:endParaRPr lang="en-US" dirty="0"/>
          </a:p>
          <a:p>
            <a:pPr marL="341312" lvl="1" indent="0">
              <a:buNone/>
            </a:pPr>
            <a:endParaRPr lang="en-US" b="1" dirty="0"/>
          </a:p>
          <a:p>
            <a:pPr lvl="1"/>
            <a:endParaRPr lang="en-US" b="1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4633" y="362515"/>
            <a:ext cx="7930595" cy="524453"/>
          </a:xfrm>
        </p:spPr>
        <p:txBody>
          <a:bodyPr/>
          <a:lstStyle/>
          <a:p>
            <a:r>
              <a:rPr lang="en-US" dirty="0"/>
              <a:t>Problem Solving - 03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7439" y="3305890"/>
            <a:ext cx="17091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i="1" dirty="0">
                <a:latin typeface="Birka-Italic"/>
              </a:rPr>
              <a:t>Arrays of object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94264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886968"/>
            <a:ext cx="8229600" cy="514807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Game of DICE</a:t>
            </a:r>
          </a:p>
          <a:p>
            <a:pPr lvl="1"/>
            <a:r>
              <a:rPr lang="en-US" dirty="0"/>
              <a:t>2 Players A and B</a:t>
            </a:r>
          </a:p>
          <a:p>
            <a:pPr lvl="1"/>
            <a:r>
              <a:rPr lang="en-US" dirty="0"/>
              <a:t>Each Players get turn to roll dice</a:t>
            </a:r>
          </a:p>
          <a:p>
            <a:pPr lvl="1"/>
            <a:r>
              <a:rPr lang="en-US" dirty="0"/>
              <a:t>Dice value b/w 1 to 6 appears</a:t>
            </a:r>
          </a:p>
          <a:p>
            <a:pPr lvl="1"/>
            <a:r>
              <a:rPr lang="en-US" dirty="0"/>
              <a:t>Keep adding the dice value for each player</a:t>
            </a:r>
          </a:p>
          <a:p>
            <a:pPr lvl="1"/>
            <a:r>
              <a:rPr lang="en-US" dirty="0"/>
              <a:t>Who ever reaches 50  first is Winner</a:t>
            </a:r>
          </a:p>
          <a:p>
            <a:pPr lvl="1"/>
            <a:r>
              <a:rPr lang="en-US" dirty="0"/>
              <a:t>Display the Winner</a:t>
            </a:r>
          </a:p>
          <a:p>
            <a:pPr lvl="1"/>
            <a:r>
              <a:rPr lang="en-US" dirty="0"/>
              <a:t>No. of turns to reach the Win point</a:t>
            </a:r>
          </a:p>
          <a:p>
            <a:pPr marL="341312" lvl="1" indent="0">
              <a:buNone/>
            </a:pPr>
            <a:endParaRPr lang="en-US" b="1" dirty="0"/>
          </a:p>
          <a:p>
            <a:pPr marL="341312" lvl="1" indent="0">
              <a:buNone/>
            </a:pPr>
            <a:endParaRPr lang="en-US" b="1" dirty="0"/>
          </a:p>
          <a:p>
            <a:pPr marL="341312" lvl="1" indent="0">
              <a:buNone/>
            </a:pPr>
            <a:endParaRPr lang="en-US" b="1" dirty="0"/>
          </a:p>
          <a:p>
            <a:pPr lvl="1"/>
            <a:endParaRPr lang="en-US" b="1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4633" y="362515"/>
            <a:ext cx="7930595" cy="524453"/>
          </a:xfrm>
        </p:spPr>
        <p:txBody>
          <a:bodyPr/>
          <a:lstStyle/>
          <a:p>
            <a:r>
              <a:rPr lang="en-US" dirty="0"/>
              <a:t>Problem Solving - 04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7439" y="3305890"/>
            <a:ext cx="170912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i="1" dirty="0">
                <a:latin typeface="Birka-Italic"/>
              </a:rPr>
              <a:t>Arrays of object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48496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Microsoft Tai Le" panose="020B0502040204020203" pitchFamily="34" charset="0"/>
                <a:cs typeface="Microsoft Tai Le" panose="020B0502040204020203" pitchFamily="34" charset="0"/>
              </a:rPr>
            </a:br>
            <a:br>
              <a:rPr lang="en-US" sz="4000" b="1" dirty="0">
                <a:latin typeface="Microsoft Tai Le" panose="020B0502040204020203" pitchFamily="34" charset="0"/>
                <a:cs typeface="Microsoft Tai Le" panose="020B0502040204020203" pitchFamily="34" charset="0"/>
              </a:rPr>
            </a:br>
            <a:br>
              <a:rPr lang="en-US" sz="4000" b="1" dirty="0">
                <a:latin typeface="Microsoft Tai Le" panose="020B0502040204020203" pitchFamily="34" charset="0"/>
                <a:cs typeface="Microsoft Tai Le" panose="020B0502040204020203" pitchFamily="34" charset="0"/>
              </a:rPr>
            </a:br>
            <a:endParaRPr lang="en-US" sz="4000" dirty="0">
              <a:cs typeface="Microsoft Tai Le" panose="020B0502040204020203" pitchFamily="34" charset="0"/>
            </a:endParaRPr>
          </a:p>
        </p:txBody>
      </p:sp>
      <p:sp>
        <p:nvSpPr>
          <p:cNvPr id="5" name="Subtitle 50182"/>
          <p:cNvSpPr>
            <a:spLocks noGrp="1"/>
          </p:cNvSpPr>
          <p:nvPr>
            <p:ph type="subTitle" idx="1"/>
          </p:nvPr>
        </p:nvSpPr>
        <p:spPr>
          <a:xfrm>
            <a:off x="1135891" y="1503789"/>
            <a:ext cx="3428521" cy="2000548"/>
          </a:xfrm>
        </p:spPr>
        <p:txBody>
          <a:bodyPr/>
          <a:lstStyle/>
          <a:p>
            <a:pPr algn="ctr"/>
            <a:endParaRPr lang="en-US" b="1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r>
              <a:rPr lang="en-US" sz="4000" b="1" dirty="0">
                <a:solidFill>
                  <a:schemeClr val="bg1">
                    <a:lumMod val="7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258912"/>
      </p:ext>
    </p:extLst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ell_Template_4x3_2014_Updated">
  <a:themeElements>
    <a:clrScheme name="Custom 1">
      <a:dk1>
        <a:srgbClr val="444444"/>
      </a:dk1>
      <a:lt1>
        <a:srgbClr val="FFFFFF"/>
      </a:lt1>
      <a:dk2>
        <a:srgbClr val="0085C3"/>
      </a:dk2>
      <a:lt2>
        <a:srgbClr val="FFFFFF"/>
      </a:lt2>
      <a:accent1>
        <a:srgbClr val="00447C"/>
      </a:accent1>
      <a:accent2>
        <a:srgbClr val="71C6C1"/>
      </a:accent2>
      <a:accent3>
        <a:srgbClr val="7AB800"/>
      </a:accent3>
      <a:accent4>
        <a:srgbClr val="F2AF00"/>
      </a:accent4>
      <a:accent5>
        <a:srgbClr val="CE1126"/>
      </a:accent5>
      <a:accent6>
        <a:srgbClr val="B7295A"/>
      </a:accent6>
      <a:hlink>
        <a:srgbClr val="0085C3"/>
      </a:hlink>
      <a:folHlink>
        <a:srgbClr val="0085C3"/>
      </a:folHlink>
    </a:clrScheme>
    <a:fontScheme name="Dell 2010">
      <a:majorFont>
        <a:latin typeface="Museo For Dell"/>
        <a:ea typeface=""/>
        <a:cs typeface=""/>
      </a:majorFont>
      <a:minorFont>
        <a:latin typeface="Museo Sans For D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wrap="square" lIns="182880" tIns="137160" rIns="137160" bIns="137160" rtlCol="0" anchor="ctr">
        <a:noAutofit/>
      </a:bodyPr>
      <a:lstStyle>
        <a:defPPr algn="ctr">
          <a:lnSpc>
            <a:spcPct val="90000"/>
          </a:lnSpc>
          <a:spcBef>
            <a:spcPts val="600"/>
          </a:spcBef>
          <a:spcAft>
            <a:spcPts val="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sp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spcBef>
            <a:spcPts val="600"/>
          </a:spcBef>
          <a:spcAft>
            <a:spcPts val="0"/>
          </a:spcAft>
          <a:buClr>
            <a:schemeClr val="bg1"/>
          </a:buClr>
          <a:defRPr sz="1400" dirty="0" err="1" smtClean="0">
            <a:solidFill>
              <a:schemeClr val="bg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0085C3"/>
        </a:accent1>
        <a:accent2>
          <a:srgbClr val="7AB800"/>
        </a:accent2>
        <a:accent3>
          <a:srgbClr val="F2AF00"/>
        </a:accent3>
        <a:accent4>
          <a:srgbClr val="DC5034"/>
        </a:accent4>
        <a:accent5>
          <a:srgbClr val="5482AB"/>
        </a:accent5>
        <a:accent6>
          <a:srgbClr val="6E2585"/>
        </a:accent6>
        <a:hlink>
          <a:srgbClr val="009BBB"/>
        </a:hlink>
        <a:folHlink>
          <a:srgbClr val="6E25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2" id="{DAFB7478-47B3-40DE-90C0-3857378F45FF}" vid="{6E384890-8F9F-4A11-9330-31F5F14C349B}"/>
    </a:ext>
  </a:extLst>
</a:theme>
</file>

<file path=ppt/theme/theme2.xml><?xml version="1.0" encoding="utf-8"?>
<a:theme xmlns:a="http://schemas.openxmlformats.org/drawingml/2006/main" name="Content Dell Blue background ">
  <a:themeElements>
    <a:clrScheme name="Dell Color Palette">
      <a:dk1>
        <a:srgbClr val="444444"/>
      </a:dk1>
      <a:lt1>
        <a:srgbClr val="FFFFFF"/>
      </a:lt1>
      <a:dk2>
        <a:srgbClr val="0085C3"/>
      </a:dk2>
      <a:lt2>
        <a:srgbClr val="FFFFFF"/>
      </a:lt2>
      <a:accent1>
        <a:srgbClr val="00386B"/>
      </a:accent1>
      <a:accent2>
        <a:srgbClr val="71C6C1"/>
      </a:accent2>
      <a:accent3>
        <a:srgbClr val="7AB800"/>
      </a:accent3>
      <a:accent4>
        <a:srgbClr val="F2AF00"/>
      </a:accent4>
      <a:accent5>
        <a:srgbClr val="CE1126"/>
      </a:accent5>
      <a:accent6>
        <a:srgbClr val="B7295A"/>
      </a:accent6>
      <a:hlink>
        <a:srgbClr val="0085C3"/>
      </a:hlink>
      <a:folHlink>
        <a:srgbClr val="0085C3"/>
      </a:folHlink>
    </a:clrScheme>
    <a:fontScheme name="Dell TTF">
      <a:majorFont>
        <a:latin typeface="Museo For Dell"/>
        <a:ea typeface=""/>
        <a:cs typeface=""/>
      </a:majorFont>
      <a:minorFont>
        <a:latin typeface="Museo Sans For D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spcBef>
            <a:spcPts val="100"/>
          </a:spcBef>
          <a:spcAft>
            <a:spcPts val="100"/>
          </a:spcAft>
          <a:defRPr sz="14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B7295A"/>
        </a:accent1>
        <a:accent2>
          <a:srgbClr val="F2AF00"/>
        </a:accent2>
        <a:accent3>
          <a:srgbClr val="7AB800"/>
        </a:accent3>
        <a:accent4>
          <a:srgbClr val="AAAAAA"/>
        </a:accent4>
        <a:accent5>
          <a:srgbClr val="6E2585"/>
        </a:accent5>
        <a:accent6>
          <a:srgbClr val="3084B6"/>
        </a:accent6>
        <a:hlink>
          <a:srgbClr val="DC5034"/>
        </a:hlink>
        <a:folHlink>
          <a:srgbClr val="D42E1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2" id="{DAFB7478-47B3-40DE-90C0-3857378F45FF}" vid="{21BA7CA8-7620-4C1E-95A4-65CD1B58CD3B}"/>
    </a:ext>
  </a:extLst>
</a:theme>
</file>

<file path=ppt/theme/theme3.xml><?xml version="1.0" encoding="utf-8"?>
<a:theme xmlns:a="http://schemas.openxmlformats.org/drawingml/2006/main" name="Content with Dell Blue footer">
  <a:themeElements>
    <a:clrScheme name="Dell Color Palette">
      <a:dk1>
        <a:srgbClr val="444444"/>
      </a:dk1>
      <a:lt1>
        <a:srgbClr val="FFFFFF"/>
      </a:lt1>
      <a:dk2>
        <a:srgbClr val="0085C3"/>
      </a:dk2>
      <a:lt2>
        <a:srgbClr val="FFFFFF"/>
      </a:lt2>
      <a:accent1>
        <a:srgbClr val="00386B"/>
      </a:accent1>
      <a:accent2>
        <a:srgbClr val="71C6C1"/>
      </a:accent2>
      <a:accent3>
        <a:srgbClr val="7AB800"/>
      </a:accent3>
      <a:accent4>
        <a:srgbClr val="F2AF00"/>
      </a:accent4>
      <a:accent5>
        <a:srgbClr val="CE1126"/>
      </a:accent5>
      <a:accent6>
        <a:srgbClr val="B7295A"/>
      </a:accent6>
      <a:hlink>
        <a:srgbClr val="0085C3"/>
      </a:hlink>
      <a:folHlink>
        <a:srgbClr val="0085C3"/>
      </a:folHlink>
    </a:clrScheme>
    <a:fontScheme name="Dell 2010">
      <a:majorFont>
        <a:latin typeface="Museo For Dell"/>
        <a:ea typeface=""/>
        <a:cs typeface=""/>
      </a:majorFont>
      <a:minorFont>
        <a:latin typeface="Museo Sans For D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wrap="square" lIns="182880" tIns="137160" rIns="137160" bIns="137160" rtlCol="0" anchor="ctr">
        <a:noAutofit/>
      </a:bodyPr>
      <a:lstStyle>
        <a:defPPr algn="ctr">
          <a:lnSpc>
            <a:spcPct val="90000"/>
          </a:lnSpc>
          <a:spcBef>
            <a:spcPts val="600"/>
          </a:spcBef>
          <a:spcAft>
            <a:spcPts val="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sp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spcBef>
            <a:spcPts val="600"/>
          </a:spcBef>
          <a:spcAft>
            <a:spcPts val="0"/>
          </a:spcAft>
          <a:buClr>
            <a:schemeClr val="bg1"/>
          </a:buClr>
          <a:defRPr sz="1400" dirty="0" smtClean="0">
            <a:solidFill>
              <a:schemeClr val="bg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0085C3"/>
        </a:accent1>
        <a:accent2>
          <a:srgbClr val="7AB800"/>
        </a:accent2>
        <a:accent3>
          <a:srgbClr val="F2AF00"/>
        </a:accent3>
        <a:accent4>
          <a:srgbClr val="DC5034"/>
        </a:accent4>
        <a:accent5>
          <a:srgbClr val="5482AB"/>
        </a:accent5>
        <a:accent6>
          <a:srgbClr val="6E2585"/>
        </a:accent6>
        <a:hlink>
          <a:srgbClr val="009BBB"/>
        </a:hlink>
        <a:folHlink>
          <a:srgbClr val="6E25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2" id="{DAFB7478-47B3-40DE-90C0-3857378F45FF}" vid="{62936EF5-9C78-4A9F-B13F-C44543044758}"/>
    </a:ext>
  </a:extLst>
</a:theme>
</file>

<file path=ppt/theme/theme4.xml><?xml version="1.0" encoding="utf-8"?>
<a:theme xmlns:a="http://schemas.openxmlformats.org/drawingml/2006/main" name="Content with Dell Gray footer">
  <a:themeElements>
    <a:clrScheme name="Dell Color Palette">
      <a:dk1>
        <a:srgbClr val="444444"/>
      </a:dk1>
      <a:lt1>
        <a:srgbClr val="FFFFFF"/>
      </a:lt1>
      <a:dk2>
        <a:srgbClr val="0085C3"/>
      </a:dk2>
      <a:lt2>
        <a:srgbClr val="FFFFFF"/>
      </a:lt2>
      <a:accent1>
        <a:srgbClr val="00386B"/>
      </a:accent1>
      <a:accent2>
        <a:srgbClr val="71C6C1"/>
      </a:accent2>
      <a:accent3>
        <a:srgbClr val="7AB800"/>
      </a:accent3>
      <a:accent4>
        <a:srgbClr val="F2AF00"/>
      </a:accent4>
      <a:accent5>
        <a:srgbClr val="CE1126"/>
      </a:accent5>
      <a:accent6>
        <a:srgbClr val="B7295A"/>
      </a:accent6>
      <a:hlink>
        <a:srgbClr val="0085C3"/>
      </a:hlink>
      <a:folHlink>
        <a:srgbClr val="0085C3"/>
      </a:folHlink>
    </a:clrScheme>
    <a:fontScheme name="Dell 2010">
      <a:majorFont>
        <a:latin typeface="Museo For Dell"/>
        <a:ea typeface=""/>
        <a:cs typeface=""/>
      </a:majorFont>
      <a:minorFont>
        <a:latin typeface="Museo Sans For D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wrap="square" lIns="182880" tIns="137160" rIns="137160" bIns="137160" rtlCol="0" anchor="ctr">
        <a:noAutofit/>
      </a:bodyPr>
      <a:lstStyle>
        <a:defPPr algn="ctr">
          <a:lnSpc>
            <a:spcPct val="90000"/>
          </a:lnSpc>
          <a:spcBef>
            <a:spcPts val="600"/>
          </a:spcBef>
          <a:spcAft>
            <a:spcPts val="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sp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spcBef>
            <a:spcPts val="600"/>
          </a:spcBef>
          <a:spcAft>
            <a:spcPts val="0"/>
          </a:spcAft>
          <a:buClr>
            <a:schemeClr val="bg1"/>
          </a:buClr>
          <a:defRPr sz="1400" dirty="0" smtClean="0">
            <a:solidFill>
              <a:schemeClr val="bg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0085C3"/>
        </a:accent1>
        <a:accent2>
          <a:srgbClr val="7AB800"/>
        </a:accent2>
        <a:accent3>
          <a:srgbClr val="F2AF00"/>
        </a:accent3>
        <a:accent4>
          <a:srgbClr val="DC5034"/>
        </a:accent4>
        <a:accent5>
          <a:srgbClr val="5482AB"/>
        </a:accent5>
        <a:accent6>
          <a:srgbClr val="6E2585"/>
        </a:accent6>
        <a:hlink>
          <a:srgbClr val="009BBB"/>
        </a:hlink>
        <a:folHlink>
          <a:srgbClr val="6E25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2" id="{DAFB7478-47B3-40DE-90C0-3857378F45FF}" vid="{AF3762C5-E896-4764-88B9-1C96F93B9BCD}"/>
    </a:ext>
  </a:extLst>
</a:theme>
</file>

<file path=ppt/theme/theme5.xml><?xml version="1.0" encoding="utf-8"?>
<a:theme xmlns:a="http://schemas.openxmlformats.org/drawingml/2006/main" name="Content with Dell Dark Blue footer">
  <a:themeElements>
    <a:clrScheme name="Dell Color Palette">
      <a:dk1>
        <a:srgbClr val="444444"/>
      </a:dk1>
      <a:lt1>
        <a:srgbClr val="FFFFFF"/>
      </a:lt1>
      <a:dk2>
        <a:srgbClr val="0085C3"/>
      </a:dk2>
      <a:lt2>
        <a:srgbClr val="FFFFFF"/>
      </a:lt2>
      <a:accent1>
        <a:srgbClr val="00386B"/>
      </a:accent1>
      <a:accent2>
        <a:srgbClr val="71C6C1"/>
      </a:accent2>
      <a:accent3>
        <a:srgbClr val="7AB800"/>
      </a:accent3>
      <a:accent4>
        <a:srgbClr val="F2AF00"/>
      </a:accent4>
      <a:accent5>
        <a:srgbClr val="CE1126"/>
      </a:accent5>
      <a:accent6>
        <a:srgbClr val="B7295A"/>
      </a:accent6>
      <a:hlink>
        <a:srgbClr val="0085C3"/>
      </a:hlink>
      <a:folHlink>
        <a:srgbClr val="0085C3"/>
      </a:folHlink>
    </a:clrScheme>
    <a:fontScheme name="Dell 2010">
      <a:majorFont>
        <a:latin typeface="Museo For Dell"/>
        <a:ea typeface=""/>
        <a:cs typeface=""/>
      </a:majorFont>
      <a:minorFont>
        <a:latin typeface="Museo Sans For D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wrap="square" lIns="182880" tIns="137160" rIns="137160" bIns="137160" rtlCol="0" anchor="ctr">
        <a:noAutofit/>
      </a:bodyPr>
      <a:lstStyle>
        <a:defPPr algn="ctr">
          <a:lnSpc>
            <a:spcPct val="90000"/>
          </a:lnSpc>
          <a:spcBef>
            <a:spcPts val="600"/>
          </a:spcBef>
          <a:spcAft>
            <a:spcPts val="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sp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spcBef>
            <a:spcPts val="600"/>
          </a:spcBef>
          <a:spcAft>
            <a:spcPts val="0"/>
          </a:spcAft>
          <a:buClr>
            <a:schemeClr val="bg1"/>
          </a:buClr>
          <a:defRPr sz="1400" dirty="0" smtClean="0">
            <a:solidFill>
              <a:schemeClr val="bg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0085C3"/>
        </a:accent1>
        <a:accent2>
          <a:srgbClr val="7AB800"/>
        </a:accent2>
        <a:accent3>
          <a:srgbClr val="F2AF00"/>
        </a:accent3>
        <a:accent4>
          <a:srgbClr val="DC5034"/>
        </a:accent4>
        <a:accent5>
          <a:srgbClr val="5482AB"/>
        </a:accent5>
        <a:accent6>
          <a:srgbClr val="6E2585"/>
        </a:accent6>
        <a:hlink>
          <a:srgbClr val="009BBB"/>
        </a:hlink>
        <a:folHlink>
          <a:srgbClr val="6E25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2" id="{DAFB7478-47B3-40DE-90C0-3857378F45FF}" vid="{113EF733-E79B-44B7-BFB7-3203CC8C70D7}"/>
    </a:ext>
  </a:extLst>
</a:theme>
</file>

<file path=ppt/theme/theme6.xml><?xml version="1.0" encoding="utf-8"?>
<a:theme xmlns:a="http://schemas.openxmlformats.org/drawingml/2006/main" name="Content with Dell Teal footer">
  <a:themeElements>
    <a:clrScheme name="Dell Color Palette">
      <a:dk1>
        <a:srgbClr val="444444"/>
      </a:dk1>
      <a:lt1>
        <a:srgbClr val="FFFFFF"/>
      </a:lt1>
      <a:dk2>
        <a:srgbClr val="0085C3"/>
      </a:dk2>
      <a:lt2>
        <a:srgbClr val="FFFFFF"/>
      </a:lt2>
      <a:accent1>
        <a:srgbClr val="00386B"/>
      </a:accent1>
      <a:accent2>
        <a:srgbClr val="71C6C1"/>
      </a:accent2>
      <a:accent3>
        <a:srgbClr val="7AB800"/>
      </a:accent3>
      <a:accent4>
        <a:srgbClr val="F2AF00"/>
      </a:accent4>
      <a:accent5>
        <a:srgbClr val="CE1126"/>
      </a:accent5>
      <a:accent6>
        <a:srgbClr val="B7295A"/>
      </a:accent6>
      <a:hlink>
        <a:srgbClr val="0085C3"/>
      </a:hlink>
      <a:folHlink>
        <a:srgbClr val="0085C3"/>
      </a:folHlink>
    </a:clrScheme>
    <a:fontScheme name="Dell 2010">
      <a:majorFont>
        <a:latin typeface="Museo For Dell"/>
        <a:ea typeface=""/>
        <a:cs typeface=""/>
      </a:majorFont>
      <a:minorFont>
        <a:latin typeface="Museo Sans For D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wrap="square" lIns="182880" tIns="137160" rIns="137160" bIns="137160" rtlCol="0" anchor="ctr">
        <a:noAutofit/>
      </a:bodyPr>
      <a:lstStyle>
        <a:defPPr algn="ctr">
          <a:lnSpc>
            <a:spcPct val="90000"/>
          </a:lnSpc>
          <a:spcBef>
            <a:spcPts val="600"/>
          </a:spcBef>
          <a:spcAft>
            <a:spcPts val="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sp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spcBef>
            <a:spcPts val="600"/>
          </a:spcBef>
          <a:spcAft>
            <a:spcPts val="0"/>
          </a:spcAft>
          <a:buClr>
            <a:schemeClr val="bg1"/>
          </a:buClr>
          <a:defRPr sz="1400" dirty="0" smtClean="0">
            <a:solidFill>
              <a:schemeClr val="bg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0085C3"/>
        </a:accent1>
        <a:accent2>
          <a:srgbClr val="7AB800"/>
        </a:accent2>
        <a:accent3>
          <a:srgbClr val="F2AF00"/>
        </a:accent3>
        <a:accent4>
          <a:srgbClr val="DC5034"/>
        </a:accent4>
        <a:accent5>
          <a:srgbClr val="5482AB"/>
        </a:accent5>
        <a:accent6>
          <a:srgbClr val="6E2585"/>
        </a:accent6>
        <a:hlink>
          <a:srgbClr val="009BBB"/>
        </a:hlink>
        <a:folHlink>
          <a:srgbClr val="6E25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2" id="{DAFB7478-47B3-40DE-90C0-3857378F45FF}" vid="{5C4A94E3-FA97-42A4-BA2D-437C73A6F7E5}"/>
    </a:ext>
  </a:extLst>
</a:theme>
</file>

<file path=ppt/theme/theme7.xml><?xml version="1.0" encoding="utf-8"?>
<a:theme xmlns:a="http://schemas.openxmlformats.org/drawingml/2006/main" name="Content with Dell Green footer">
  <a:themeElements>
    <a:clrScheme name="Dell Color Palette">
      <a:dk1>
        <a:srgbClr val="444444"/>
      </a:dk1>
      <a:lt1>
        <a:srgbClr val="FFFFFF"/>
      </a:lt1>
      <a:dk2>
        <a:srgbClr val="0085C3"/>
      </a:dk2>
      <a:lt2>
        <a:srgbClr val="FFFFFF"/>
      </a:lt2>
      <a:accent1>
        <a:srgbClr val="00386B"/>
      </a:accent1>
      <a:accent2>
        <a:srgbClr val="71C6C1"/>
      </a:accent2>
      <a:accent3>
        <a:srgbClr val="7AB800"/>
      </a:accent3>
      <a:accent4>
        <a:srgbClr val="F2AF00"/>
      </a:accent4>
      <a:accent5>
        <a:srgbClr val="CE1126"/>
      </a:accent5>
      <a:accent6>
        <a:srgbClr val="B7295A"/>
      </a:accent6>
      <a:hlink>
        <a:srgbClr val="0085C3"/>
      </a:hlink>
      <a:folHlink>
        <a:srgbClr val="0085C3"/>
      </a:folHlink>
    </a:clrScheme>
    <a:fontScheme name="Dell 2010">
      <a:majorFont>
        <a:latin typeface="Museo For Dell"/>
        <a:ea typeface=""/>
        <a:cs typeface=""/>
      </a:majorFont>
      <a:minorFont>
        <a:latin typeface="Museo Sans For D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wrap="square" lIns="182880" tIns="137160" rIns="137160" bIns="137160" rtlCol="0" anchor="ctr">
        <a:noAutofit/>
      </a:bodyPr>
      <a:lstStyle>
        <a:defPPr algn="ctr">
          <a:lnSpc>
            <a:spcPct val="90000"/>
          </a:lnSpc>
          <a:spcBef>
            <a:spcPts val="600"/>
          </a:spcBef>
          <a:spcAft>
            <a:spcPts val="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sp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spcBef>
            <a:spcPts val="600"/>
          </a:spcBef>
          <a:spcAft>
            <a:spcPts val="0"/>
          </a:spcAft>
          <a:buClr>
            <a:schemeClr val="bg1"/>
          </a:buClr>
          <a:defRPr sz="1400" dirty="0" smtClean="0">
            <a:solidFill>
              <a:schemeClr val="bg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0085C3"/>
        </a:accent1>
        <a:accent2>
          <a:srgbClr val="7AB800"/>
        </a:accent2>
        <a:accent3>
          <a:srgbClr val="F2AF00"/>
        </a:accent3>
        <a:accent4>
          <a:srgbClr val="DC5034"/>
        </a:accent4>
        <a:accent5>
          <a:srgbClr val="5482AB"/>
        </a:accent5>
        <a:accent6>
          <a:srgbClr val="6E2585"/>
        </a:accent6>
        <a:hlink>
          <a:srgbClr val="009BBB"/>
        </a:hlink>
        <a:folHlink>
          <a:srgbClr val="6E25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2" id="{DAFB7478-47B3-40DE-90C0-3857378F45FF}" vid="{61C20380-6C7B-4A01-A2EA-DEBD17F86DFB}"/>
    </a:ext>
  </a:extLst>
</a:theme>
</file>

<file path=ppt/theme/theme8.xml><?xml version="1.0" encoding="utf-8"?>
<a:theme xmlns:a="http://schemas.openxmlformats.org/drawingml/2006/main" name="Content with Dell Yellow footer">
  <a:themeElements>
    <a:clrScheme name="Dell Color Palette">
      <a:dk1>
        <a:srgbClr val="444444"/>
      </a:dk1>
      <a:lt1>
        <a:srgbClr val="FFFFFF"/>
      </a:lt1>
      <a:dk2>
        <a:srgbClr val="0085C3"/>
      </a:dk2>
      <a:lt2>
        <a:srgbClr val="FFFFFF"/>
      </a:lt2>
      <a:accent1>
        <a:srgbClr val="00386B"/>
      </a:accent1>
      <a:accent2>
        <a:srgbClr val="71C6C1"/>
      </a:accent2>
      <a:accent3>
        <a:srgbClr val="7AB800"/>
      </a:accent3>
      <a:accent4>
        <a:srgbClr val="F2AF00"/>
      </a:accent4>
      <a:accent5>
        <a:srgbClr val="CE1126"/>
      </a:accent5>
      <a:accent6>
        <a:srgbClr val="B7295A"/>
      </a:accent6>
      <a:hlink>
        <a:srgbClr val="0085C3"/>
      </a:hlink>
      <a:folHlink>
        <a:srgbClr val="0085C3"/>
      </a:folHlink>
    </a:clrScheme>
    <a:fontScheme name="Dell 2010">
      <a:majorFont>
        <a:latin typeface="Museo For Dell"/>
        <a:ea typeface=""/>
        <a:cs typeface=""/>
      </a:majorFont>
      <a:minorFont>
        <a:latin typeface="Museo Sans For D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wrap="square" lIns="182880" tIns="137160" rIns="137160" bIns="137160" rtlCol="0" anchor="ctr">
        <a:noAutofit/>
      </a:bodyPr>
      <a:lstStyle>
        <a:defPPr algn="ctr">
          <a:lnSpc>
            <a:spcPct val="90000"/>
          </a:lnSpc>
          <a:spcBef>
            <a:spcPts val="600"/>
          </a:spcBef>
          <a:spcAft>
            <a:spcPts val="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sp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spcBef>
            <a:spcPts val="600"/>
          </a:spcBef>
          <a:spcAft>
            <a:spcPts val="0"/>
          </a:spcAft>
          <a:buClr>
            <a:schemeClr val="bg1"/>
          </a:buClr>
          <a:defRPr sz="1400" dirty="0" smtClean="0">
            <a:solidFill>
              <a:schemeClr val="bg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0085C3"/>
        </a:accent1>
        <a:accent2>
          <a:srgbClr val="7AB800"/>
        </a:accent2>
        <a:accent3>
          <a:srgbClr val="F2AF00"/>
        </a:accent3>
        <a:accent4>
          <a:srgbClr val="DC5034"/>
        </a:accent4>
        <a:accent5>
          <a:srgbClr val="5482AB"/>
        </a:accent5>
        <a:accent6>
          <a:srgbClr val="6E2585"/>
        </a:accent6>
        <a:hlink>
          <a:srgbClr val="009BBB"/>
        </a:hlink>
        <a:folHlink>
          <a:srgbClr val="6E25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2" id="{DAFB7478-47B3-40DE-90C0-3857378F45FF}" vid="{C05AC854-A408-4B81-86C9-67883E0C9BF8}"/>
    </a:ext>
  </a:extLst>
</a:theme>
</file>

<file path=ppt/theme/theme9.xml><?xml version="1.0" encoding="utf-8"?>
<a:theme xmlns:a="http://schemas.openxmlformats.org/drawingml/2006/main" name="Content with Dell Dark Red footer">
  <a:themeElements>
    <a:clrScheme name="Dell Color Palette">
      <a:dk1>
        <a:srgbClr val="444444"/>
      </a:dk1>
      <a:lt1>
        <a:srgbClr val="FFFFFF"/>
      </a:lt1>
      <a:dk2>
        <a:srgbClr val="0085C3"/>
      </a:dk2>
      <a:lt2>
        <a:srgbClr val="FFFFFF"/>
      </a:lt2>
      <a:accent1>
        <a:srgbClr val="00386B"/>
      </a:accent1>
      <a:accent2>
        <a:srgbClr val="71C6C1"/>
      </a:accent2>
      <a:accent3>
        <a:srgbClr val="7AB800"/>
      </a:accent3>
      <a:accent4>
        <a:srgbClr val="F2AF00"/>
      </a:accent4>
      <a:accent5>
        <a:srgbClr val="CE1126"/>
      </a:accent5>
      <a:accent6>
        <a:srgbClr val="B7295A"/>
      </a:accent6>
      <a:hlink>
        <a:srgbClr val="0085C3"/>
      </a:hlink>
      <a:folHlink>
        <a:srgbClr val="0085C3"/>
      </a:folHlink>
    </a:clrScheme>
    <a:fontScheme name="Dell 2010">
      <a:majorFont>
        <a:latin typeface="Museo For Dell"/>
        <a:ea typeface=""/>
        <a:cs typeface=""/>
      </a:majorFont>
      <a:minorFont>
        <a:latin typeface="Museo Sans For D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wrap="square" lIns="182880" tIns="137160" rIns="137160" bIns="137160" rtlCol="0" anchor="ctr">
        <a:noAutofit/>
      </a:bodyPr>
      <a:lstStyle>
        <a:defPPr algn="ctr">
          <a:lnSpc>
            <a:spcPct val="90000"/>
          </a:lnSpc>
          <a:spcBef>
            <a:spcPts val="600"/>
          </a:spcBef>
          <a:spcAft>
            <a:spcPts val="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sp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spcBef>
            <a:spcPts val="600"/>
          </a:spcBef>
          <a:spcAft>
            <a:spcPts val="0"/>
          </a:spcAft>
          <a:buClr>
            <a:schemeClr val="bg1"/>
          </a:buClr>
          <a:defRPr sz="1400" dirty="0" smtClean="0">
            <a:solidFill>
              <a:schemeClr val="bg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0085C3"/>
        </a:accent1>
        <a:accent2>
          <a:srgbClr val="7AB800"/>
        </a:accent2>
        <a:accent3>
          <a:srgbClr val="F2AF00"/>
        </a:accent3>
        <a:accent4>
          <a:srgbClr val="DC5034"/>
        </a:accent4>
        <a:accent5>
          <a:srgbClr val="5482AB"/>
        </a:accent5>
        <a:accent6>
          <a:srgbClr val="6E2585"/>
        </a:accent6>
        <a:hlink>
          <a:srgbClr val="009BBB"/>
        </a:hlink>
        <a:folHlink>
          <a:srgbClr val="6E25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2" id="{DAFB7478-47B3-40DE-90C0-3857378F45FF}" vid="{532E81F1-70E5-4D00-AE0F-456D020155FE}"/>
    </a:ext>
  </a:extLst>
</a:theme>
</file>

<file path=ppt/theme/theme10.xml><?xml version="1.0" encoding="utf-8"?>
<a:theme xmlns:a="http://schemas.openxmlformats.org/drawingml/2006/main" name="Content with Dell Berry footer">
  <a:themeElements>
    <a:clrScheme name="Dell Color Palette">
      <a:dk1>
        <a:srgbClr val="444444"/>
      </a:dk1>
      <a:lt1>
        <a:srgbClr val="FFFFFF"/>
      </a:lt1>
      <a:dk2>
        <a:srgbClr val="0085C3"/>
      </a:dk2>
      <a:lt2>
        <a:srgbClr val="FFFFFF"/>
      </a:lt2>
      <a:accent1>
        <a:srgbClr val="00386B"/>
      </a:accent1>
      <a:accent2>
        <a:srgbClr val="71C6C1"/>
      </a:accent2>
      <a:accent3>
        <a:srgbClr val="7AB800"/>
      </a:accent3>
      <a:accent4>
        <a:srgbClr val="F2AF00"/>
      </a:accent4>
      <a:accent5>
        <a:srgbClr val="CE1126"/>
      </a:accent5>
      <a:accent6>
        <a:srgbClr val="B7295A"/>
      </a:accent6>
      <a:hlink>
        <a:srgbClr val="0085C3"/>
      </a:hlink>
      <a:folHlink>
        <a:srgbClr val="0085C3"/>
      </a:folHlink>
    </a:clrScheme>
    <a:fontScheme name="Dell 2010">
      <a:majorFont>
        <a:latin typeface="Museo For Dell"/>
        <a:ea typeface=""/>
        <a:cs typeface=""/>
      </a:majorFont>
      <a:minorFont>
        <a:latin typeface="Museo Sans For D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wrap="square" lIns="182880" tIns="137160" rIns="137160" bIns="137160" rtlCol="0" anchor="ctr">
        <a:noAutofit/>
      </a:bodyPr>
      <a:lstStyle>
        <a:defPPr algn="ctr">
          <a:lnSpc>
            <a:spcPct val="90000"/>
          </a:lnSpc>
          <a:spcBef>
            <a:spcPts val="600"/>
          </a:spcBef>
          <a:spcAft>
            <a:spcPts val="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sp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spcBef>
            <a:spcPts val="600"/>
          </a:spcBef>
          <a:spcAft>
            <a:spcPts val="0"/>
          </a:spcAft>
          <a:buClr>
            <a:schemeClr val="bg1"/>
          </a:buClr>
          <a:defRPr sz="1400" dirty="0" smtClean="0">
            <a:solidFill>
              <a:schemeClr val="bg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0085C3"/>
        </a:accent1>
        <a:accent2>
          <a:srgbClr val="7AB800"/>
        </a:accent2>
        <a:accent3>
          <a:srgbClr val="F2AF00"/>
        </a:accent3>
        <a:accent4>
          <a:srgbClr val="DC5034"/>
        </a:accent4>
        <a:accent5>
          <a:srgbClr val="5482AB"/>
        </a:accent5>
        <a:accent6>
          <a:srgbClr val="6E2585"/>
        </a:accent6>
        <a:hlink>
          <a:srgbClr val="009BBB"/>
        </a:hlink>
        <a:folHlink>
          <a:srgbClr val="6E25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2" id="{DAFB7478-47B3-40DE-90C0-3857378F45FF}" vid="{C8BAF95F-293E-49F1-9C5A-6A7DFEFCDE30}"/>
    </a:ext>
  </a:extLst>
</a:theme>
</file>

<file path=ppt/theme/theme11.xml><?xml version="1.0" encoding="utf-8"?>
<a:theme xmlns:a="http://schemas.openxmlformats.org/drawingml/2006/main" name="Dell_Template_16x9_2014_Updated">
  <a:themeElements>
    <a:clrScheme name="Custom 2">
      <a:dk1>
        <a:srgbClr val="444444"/>
      </a:dk1>
      <a:lt1>
        <a:srgbClr val="FFFFFF"/>
      </a:lt1>
      <a:dk2>
        <a:srgbClr val="0085C3"/>
      </a:dk2>
      <a:lt2>
        <a:srgbClr val="FFFFFF"/>
      </a:lt2>
      <a:accent1>
        <a:srgbClr val="00447C"/>
      </a:accent1>
      <a:accent2>
        <a:srgbClr val="71C6C1"/>
      </a:accent2>
      <a:accent3>
        <a:srgbClr val="7AB800"/>
      </a:accent3>
      <a:accent4>
        <a:srgbClr val="F2AF00"/>
      </a:accent4>
      <a:accent5>
        <a:srgbClr val="CE1126"/>
      </a:accent5>
      <a:accent6>
        <a:srgbClr val="B7295A"/>
      </a:accent6>
      <a:hlink>
        <a:srgbClr val="0085C3"/>
      </a:hlink>
      <a:folHlink>
        <a:srgbClr val="0085C3"/>
      </a:folHlink>
    </a:clrScheme>
    <a:fontScheme name="Dell 2010">
      <a:majorFont>
        <a:latin typeface="Museo For Dell"/>
        <a:ea typeface=""/>
        <a:cs typeface=""/>
      </a:majorFont>
      <a:minorFont>
        <a:latin typeface="Museo Sans For D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wrap="square" lIns="182880" tIns="137160" rIns="137160" bIns="137160" rtlCol="0" anchor="ctr">
        <a:noAutofit/>
      </a:bodyPr>
      <a:lstStyle>
        <a:defPPr algn="ctr">
          <a:lnSpc>
            <a:spcPct val="90000"/>
          </a:lnSpc>
          <a:spcBef>
            <a:spcPts val="600"/>
          </a:spcBef>
          <a:spcAft>
            <a:spcPts val="0"/>
          </a:spcAft>
          <a:defRPr sz="2000" dirty="0" err="1" smtClean="0">
            <a:solidFill>
              <a:schemeClr val="tx2"/>
            </a:solidFill>
            <a:latin typeface="+mn-lt"/>
          </a:defRPr>
        </a:defPPr>
      </a:lstStyle>
    </a:sp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spcBef>
            <a:spcPts val="600"/>
          </a:spcBef>
          <a:spcAft>
            <a:spcPts val="0"/>
          </a:spcAft>
          <a:buClr>
            <a:schemeClr val="bg1"/>
          </a:buClr>
          <a:defRPr sz="1400" dirty="0" smtClean="0">
            <a:solidFill>
              <a:schemeClr val="bg2"/>
            </a:solidFill>
            <a:latin typeface="+mn-lt"/>
          </a:defRPr>
        </a:defPPr>
      </a:lstStyle>
    </a:txDef>
  </a:objectDefaults>
  <a:extraClrSchemeLst>
    <a:extraClrScheme>
      <a:clrScheme name="Dell new">
        <a:dk1>
          <a:srgbClr val="000000"/>
        </a:dk1>
        <a:lt1>
          <a:srgbClr val="444444"/>
        </a:lt1>
        <a:dk2>
          <a:srgbClr val="0085C3"/>
        </a:dk2>
        <a:lt2>
          <a:srgbClr val="FFFFFF"/>
        </a:lt2>
        <a:accent1>
          <a:srgbClr val="0085C3"/>
        </a:accent1>
        <a:accent2>
          <a:srgbClr val="7AB800"/>
        </a:accent2>
        <a:accent3>
          <a:srgbClr val="F2AF00"/>
        </a:accent3>
        <a:accent4>
          <a:srgbClr val="DC5034"/>
        </a:accent4>
        <a:accent5>
          <a:srgbClr val="5482AB"/>
        </a:accent5>
        <a:accent6>
          <a:srgbClr val="6E2585"/>
        </a:accent6>
        <a:hlink>
          <a:srgbClr val="009BBB"/>
        </a:hlink>
        <a:folHlink>
          <a:srgbClr val="6E2585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1" id="{C582AAE9-D26D-4BF9-8055-E9839D0D4732}" vid="{AE7FAEC6-B994-4C69-94C8-4E86D44E9C7E}"/>
    </a:ext>
  </a:extLst>
</a:theme>
</file>

<file path=ppt/theme/theme1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ll Color Palette">
    <a:dk1>
      <a:srgbClr val="444444"/>
    </a:dk1>
    <a:lt1>
      <a:srgbClr val="FFFFFF"/>
    </a:lt1>
    <a:dk2>
      <a:srgbClr val="0085C3"/>
    </a:dk2>
    <a:lt2>
      <a:srgbClr val="FFFFFF"/>
    </a:lt2>
    <a:accent1>
      <a:srgbClr val="00386B"/>
    </a:accent1>
    <a:accent2>
      <a:srgbClr val="71C6C1"/>
    </a:accent2>
    <a:accent3>
      <a:srgbClr val="7AB800"/>
    </a:accent3>
    <a:accent4>
      <a:srgbClr val="F2AF00"/>
    </a:accent4>
    <a:accent5>
      <a:srgbClr val="CE1126"/>
    </a:accent5>
    <a:accent6>
      <a:srgbClr val="B7295A"/>
    </a:accent6>
    <a:hlink>
      <a:srgbClr val="0085C3"/>
    </a:hlink>
    <a:folHlink>
      <a:srgbClr val="0085C3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EEBEE83C66E54EA9BED83B0A9A60DB" ma:contentTypeVersion="1" ma:contentTypeDescription="Create a new document." ma:contentTypeScope="" ma:versionID="51a43b2161297f783d65b37e357c79e9">
  <xsd:schema xmlns:xsd="http://www.w3.org/2001/XMLSchema" xmlns:p="http://schemas.microsoft.com/office/2006/metadata/properties" targetNamespace="http://schemas.microsoft.com/office/2006/metadata/properties" ma:root="true" ma:fieldsID="b9cfef283e0bc2d986a66f9ec0cdc42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86FC490B-1F77-48C5-AC70-1DD939DBDF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332CB6-AB82-4DD3-8C89-C660A1C39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0873BDD3-AA35-4F19-A12A-C6462BECFBD1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Dell_Template_4x3_2014_Updated</Template>
  <TotalTime>10625</TotalTime>
  <Words>503</Words>
  <Application>Microsoft Office PowerPoint</Application>
  <PresentationFormat>On-screen Show (4:3)</PresentationFormat>
  <Paragraphs>131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12</vt:i4>
      </vt:variant>
    </vt:vector>
  </HeadingPairs>
  <TitlesOfParts>
    <vt:vector size="34" baseType="lpstr">
      <vt:lpstr>Microsoft Tai Le</vt:lpstr>
      <vt:lpstr>Arial Black</vt:lpstr>
      <vt:lpstr>Museo For Dell 300</vt:lpstr>
      <vt:lpstr>Museo For Dell</vt:lpstr>
      <vt:lpstr>Trebuchet MS</vt:lpstr>
      <vt:lpstr>Museo Sans For Dell</vt:lpstr>
      <vt:lpstr>Arial</vt:lpstr>
      <vt:lpstr>Museo Sans For Dell</vt:lpstr>
      <vt:lpstr>Birka-Italic</vt:lpstr>
      <vt:lpstr>Courier New</vt:lpstr>
      <vt:lpstr>Wingdings</vt:lpstr>
      <vt:lpstr>Dell_Template_4x3_2014_Updated</vt:lpstr>
      <vt:lpstr>Content Dell Blue background </vt:lpstr>
      <vt:lpstr>Content with Dell Blue footer</vt:lpstr>
      <vt:lpstr>Content with Dell Gray footer</vt:lpstr>
      <vt:lpstr>Content with Dell Dark Blue footer</vt:lpstr>
      <vt:lpstr>Content with Dell Teal footer</vt:lpstr>
      <vt:lpstr>Content with Dell Green footer</vt:lpstr>
      <vt:lpstr>Content with Dell Yellow footer</vt:lpstr>
      <vt:lpstr>Content with Dell Dark Red footer</vt:lpstr>
      <vt:lpstr>Content with Dell Berry footer</vt:lpstr>
      <vt:lpstr>Dell_Template_16x9_2014_Updated</vt:lpstr>
      <vt:lpstr>Working With Python Data Types        SHOAIB AKHTAR</vt:lpstr>
      <vt:lpstr> Agenda</vt:lpstr>
      <vt:lpstr>Basic Revision</vt:lpstr>
      <vt:lpstr>list</vt:lpstr>
      <vt:lpstr>tuple</vt:lpstr>
      <vt:lpstr>dict</vt:lpstr>
      <vt:lpstr>set</vt:lpstr>
      <vt:lpstr>Problem Solving - 01</vt:lpstr>
      <vt:lpstr>Problem Solving - 02</vt:lpstr>
      <vt:lpstr>Problem Solving - 03</vt:lpstr>
      <vt:lpstr>Problem Solving - 04</vt:lpstr>
      <vt:lpstr>   </vt:lpstr>
    </vt:vector>
  </TitlesOfParts>
  <Company>to Wyse Technology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Imprivata</dc:title>
  <dc:creator>chebbar@wyse.com</dc:creator>
  <cp:keywords>Internal Use</cp:keywords>
  <cp:lastModifiedBy>Mallappa, VenkataShyamKumar</cp:lastModifiedBy>
  <cp:revision>162</cp:revision>
  <cp:lastPrinted>2014-02-14T16:26:12Z</cp:lastPrinted>
  <dcterms:created xsi:type="dcterms:W3CDTF">2014-07-22T05:05:31Z</dcterms:created>
  <dcterms:modified xsi:type="dcterms:W3CDTF">2019-04-09T03:10:23Z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0x010100EAEEBEE83C66E54EA9BED83B0A9A60DB</vt:lpwstr>
  </property>
  <property fmtid="{D5CDD505-2E9C-101B-9397-08002B2CF9AE}" pid="3" name="TitusGUID">
    <vt:lpwstr>dedaacc5-af43-40b1-b4a0-d7a6bf3e4cdd</vt:lpwstr>
  </property>
  <property fmtid="{D5CDD505-2E9C-101B-9397-08002B2CF9AE}" pid="4" name="DellClassification">
    <vt:lpwstr>Internal Use</vt:lpwstr>
  </property>
  <property fmtid="{D5CDD505-2E9C-101B-9397-08002B2CF9AE}" pid="5" name="DellSubLabels">
    <vt:lpwstr/>
  </property>
  <property fmtid="{D5CDD505-2E9C-101B-9397-08002B2CF9AE}" pid="6" name="DellVisual Markings (PPT)">
    <vt:lpwstr>Classification Footer</vt:lpwstr>
  </property>
  <property fmtid="{D5CDD505-2E9C-101B-9397-08002B2CF9AE}" pid="7" name="titusconfig">
    <vt:lpwstr>1.2AMER</vt:lpwstr>
  </property>
</Properties>
</file>